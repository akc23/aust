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4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5.xml" ContentType="application/vnd.openxmlformats-officedocument.theme+xml"/>
  <Override PartName="/ppt/slideLayouts/slideLayout48.xml" ContentType="application/vnd.openxmlformats-officedocument.presentationml.slideLayout+xml"/>
  <Override PartName="/ppt/theme/theme6.xml" ContentType="application/vnd.openxmlformats-officedocument.theme+xml"/>
  <Override PartName="/ppt/slideLayouts/slideLayout49.xml" ContentType="application/vnd.openxmlformats-officedocument.presentationml.slideLayout+xml"/>
  <Override PartName="/ppt/theme/theme7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8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  <p:sldMasterId id="2147483673" r:id="rId3"/>
    <p:sldMasterId id="2147483675" r:id="rId4"/>
    <p:sldMasterId id="2147483688" r:id="rId5"/>
    <p:sldMasterId id="2147483700" r:id="rId6"/>
    <p:sldMasterId id="2147483702" r:id="rId7"/>
    <p:sldMasterId id="2147483704" r:id="rId8"/>
    <p:sldMasterId id="2147483716" r:id="rId9"/>
  </p:sldMasterIdLst>
  <p:notesMasterIdLst>
    <p:notesMasterId r:id="rId70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1" r:id="rId65"/>
    <p:sldId id="312" r:id="rId66"/>
    <p:sldId id="313" r:id="rId67"/>
    <p:sldId id="314" r:id="rId68"/>
    <p:sldId id="315" r:id="rId69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71"/>
      <p:bold r:id="rId72"/>
      <p:italic r:id="rId73"/>
      <p:boldItalic r:id="rId74"/>
    </p:embeddedFont>
    <p:embeddedFont>
      <p:font typeface="Comic Sans MS" panose="030F0702030302020204" pitchFamily="66" charset="0"/>
      <p:regular r:id="rId75"/>
      <p:bold r:id="rId76"/>
      <p:italic r:id="rId77"/>
      <p:boldItalic r:id="rId78"/>
    </p:embeddedFont>
    <p:embeddedFont>
      <p:font typeface="Constantia" panose="02030602050306030303" pitchFamily="18" charset="0"/>
      <p:regular r:id="rId79"/>
      <p:bold r:id="rId80"/>
      <p:italic r:id="rId81"/>
      <p:boldItalic r:id="rId82"/>
    </p:embeddedFont>
    <p:embeddedFont>
      <p:font typeface="Garamond" panose="02020404030301010803" pitchFamily="18" charset="0"/>
      <p:regular r:id="rId83"/>
      <p:bold r:id="rId84"/>
      <p:italic r:id="rId85"/>
      <p:boldItalic r:id="rId86"/>
    </p:embeddedFont>
    <p:embeddedFont>
      <p:font typeface="Tahoma" panose="020B0604030504040204" pitchFamily="34" charset="0"/>
      <p:regular r:id="rId87"/>
      <p:bold r:id="rId8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9" roundtripDataSignature="AMtx7mjUx2792uQHvhfZR3qUjxsm1GA5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8DF7EB1-6169-4724-9FDF-D725A1A5F8CB}">
  <a:tblStyle styleId="{28DF7EB1-6169-4724-9FDF-D725A1A5F8C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1602" y="2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7.xml"/><Relationship Id="rId21" Type="http://schemas.openxmlformats.org/officeDocument/2006/relationships/slide" Target="slides/slide12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63" Type="http://schemas.openxmlformats.org/officeDocument/2006/relationships/slide" Target="slides/slide54.xml"/><Relationship Id="rId68" Type="http://schemas.openxmlformats.org/officeDocument/2006/relationships/slide" Target="slides/slide59.xml"/><Relationship Id="rId84" Type="http://schemas.openxmlformats.org/officeDocument/2006/relationships/font" Target="fonts/font14.fntdata"/><Relationship Id="rId89" Type="http://customschemas.google.com/relationships/presentationmetadata" Target="metadata"/><Relationship Id="rId16" Type="http://schemas.openxmlformats.org/officeDocument/2006/relationships/slide" Target="slides/slide7.xml"/><Relationship Id="rId11" Type="http://schemas.openxmlformats.org/officeDocument/2006/relationships/slide" Target="slides/slide2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53" Type="http://schemas.openxmlformats.org/officeDocument/2006/relationships/slide" Target="slides/slide44.xml"/><Relationship Id="rId58" Type="http://schemas.openxmlformats.org/officeDocument/2006/relationships/slide" Target="slides/slide49.xml"/><Relationship Id="rId74" Type="http://schemas.openxmlformats.org/officeDocument/2006/relationships/font" Target="fonts/font4.fntdata"/><Relationship Id="rId79" Type="http://schemas.openxmlformats.org/officeDocument/2006/relationships/font" Target="fonts/font9.fntdata"/><Relationship Id="rId5" Type="http://schemas.openxmlformats.org/officeDocument/2006/relationships/slideMaster" Target="slideMasters/slideMaster5.xml"/><Relationship Id="rId90" Type="http://schemas.openxmlformats.org/officeDocument/2006/relationships/presProps" Target="presProps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64" Type="http://schemas.openxmlformats.org/officeDocument/2006/relationships/slide" Target="slides/slide55.xml"/><Relationship Id="rId69" Type="http://schemas.openxmlformats.org/officeDocument/2006/relationships/slide" Target="slides/slide60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2.xml"/><Relationship Id="rId72" Type="http://schemas.openxmlformats.org/officeDocument/2006/relationships/font" Target="fonts/font2.fntdata"/><Relationship Id="rId80" Type="http://schemas.openxmlformats.org/officeDocument/2006/relationships/font" Target="fonts/font10.fntdata"/><Relationship Id="rId85" Type="http://schemas.openxmlformats.org/officeDocument/2006/relationships/font" Target="fonts/font15.fntdata"/><Relationship Id="rId9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slide" Target="slides/slide50.xml"/><Relationship Id="rId67" Type="http://schemas.openxmlformats.org/officeDocument/2006/relationships/slide" Target="slides/slide58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slide" Target="slides/slide53.xml"/><Relationship Id="rId70" Type="http://schemas.openxmlformats.org/officeDocument/2006/relationships/notesMaster" Target="notesMasters/notesMaster1.xml"/><Relationship Id="rId75" Type="http://schemas.openxmlformats.org/officeDocument/2006/relationships/font" Target="fonts/font5.fntdata"/><Relationship Id="rId83" Type="http://schemas.openxmlformats.org/officeDocument/2006/relationships/font" Target="fonts/font13.fntdata"/><Relationship Id="rId88" Type="http://schemas.openxmlformats.org/officeDocument/2006/relationships/font" Target="fonts/font18.fntdata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slide" Target="slides/slide48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slide" Target="slides/slide51.xml"/><Relationship Id="rId65" Type="http://schemas.openxmlformats.org/officeDocument/2006/relationships/slide" Target="slides/slide56.xml"/><Relationship Id="rId73" Type="http://schemas.openxmlformats.org/officeDocument/2006/relationships/font" Target="fonts/font3.fntdata"/><Relationship Id="rId78" Type="http://schemas.openxmlformats.org/officeDocument/2006/relationships/font" Target="fonts/font8.fntdata"/><Relationship Id="rId81" Type="http://schemas.openxmlformats.org/officeDocument/2006/relationships/font" Target="fonts/font11.fntdata"/><Relationship Id="rId86" Type="http://schemas.openxmlformats.org/officeDocument/2006/relationships/font" Target="fonts/font16.fntdata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9" Type="http://schemas.openxmlformats.org/officeDocument/2006/relationships/slide" Target="slides/slide30.xml"/><Relationship Id="rId34" Type="http://schemas.openxmlformats.org/officeDocument/2006/relationships/slide" Target="slides/slide25.xml"/><Relationship Id="rId50" Type="http://schemas.openxmlformats.org/officeDocument/2006/relationships/slide" Target="slides/slide41.xml"/><Relationship Id="rId55" Type="http://schemas.openxmlformats.org/officeDocument/2006/relationships/slide" Target="slides/slide46.xml"/><Relationship Id="rId76" Type="http://schemas.openxmlformats.org/officeDocument/2006/relationships/font" Target="fonts/font6.fntdata"/><Relationship Id="rId7" Type="http://schemas.openxmlformats.org/officeDocument/2006/relationships/slideMaster" Target="slideMasters/slideMaster7.xml"/><Relationship Id="rId71" Type="http://schemas.openxmlformats.org/officeDocument/2006/relationships/font" Target="fonts/font1.fntdata"/><Relationship Id="rId9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24" Type="http://schemas.openxmlformats.org/officeDocument/2006/relationships/slide" Target="slides/slide15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66" Type="http://schemas.openxmlformats.org/officeDocument/2006/relationships/slide" Target="slides/slide57.xml"/><Relationship Id="rId87" Type="http://schemas.openxmlformats.org/officeDocument/2006/relationships/font" Target="fonts/font17.fntdata"/><Relationship Id="rId61" Type="http://schemas.openxmlformats.org/officeDocument/2006/relationships/slide" Target="slides/slide52.xml"/><Relationship Id="rId82" Type="http://schemas.openxmlformats.org/officeDocument/2006/relationships/font" Target="fonts/font12.fntdata"/><Relationship Id="rId19" Type="http://schemas.openxmlformats.org/officeDocument/2006/relationships/slide" Target="slides/slide10.xml"/><Relationship Id="rId14" Type="http://schemas.openxmlformats.org/officeDocument/2006/relationships/slide" Target="slides/slide5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56" Type="http://schemas.openxmlformats.org/officeDocument/2006/relationships/slide" Target="slides/slide47.xml"/><Relationship Id="rId77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4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5;n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Google Shape;6;n"/>
          <p:cNvSpPr txBox="1"/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Google Shape;7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" name="Google Shape;8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" name="Google Shape;9;n"/>
          <p:cNvSpPr txBox="1"/>
          <p:nvPr/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0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686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5" name="Google Shape;595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2:notes"/>
          <p:cNvSpPr txBox="1"/>
          <p:nvPr/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597" name="Google Shape;597;p2:notes"/>
          <p:cNvSpPr txBox="1"/>
          <p:nvPr/>
        </p:nvSpPr>
        <p:spPr>
          <a:xfrm>
            <a:off x="3886200" y="8686800"/>
            <a:ext cx="29686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/>
          </a:p>
        </p:txBody>
      </p:sp>
      <p:sp>
        <p:nvSpPr>
          <p:cNvPr id="598" name="Google Shape;598;p2:notes"/>
          <p:cNvSpPr txBox="1"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kalpoma@gmail.com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4:notes"/>
          <p:cNvSpPr txBox="1"/>
          <p:nvPr/>
        </p:nvSpPr>
        <p:spPr>
          <a:xfrm>
            <a:off x="3886200" y="8686800"/>
            <a:ext cx="29686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/>
          </a:p>
        </p:txBody>
      </p:sp>
      <p:sp>
        <p:nvSpPr>
          <p:cNvPr id="611" name="Google Shape;6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2" name="Google Shape;612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9" name="Google Shape;639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8:notes"/>
          <p:cNvSpPr txBox="1"/>
          <p:nvPr/>
        </p:nvSpPr>
        <p:spPr>
          <a:xfrm>
            <a:off x="3886200" y="8686800"/>
            <a:ext cx="29686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2" name="Google Shape;752;p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21:notes"/>
          <p:cNvSpPr txBox="1"/>
          <p:nvPr/>
        </p:nvSpPr>
        <p:spPr>
          <a:xfrm>
            <a:off x="3886200" y="8686800"/>
            <a:ext cx="29686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3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3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3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3" name="Google Shape;87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3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3" name="Google Shape;88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3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3" name="Google Shape;89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3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3" name="Google Shape;91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3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2" name="Google Shape;92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3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5" name="Google Shape;935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4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5" name="Google Shape;96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4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" name="Google Shape;97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4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3" name="Google Shape;98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4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1" name="Google Shape;99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4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3" name="Google Shape;1003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4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6" name="Google Shape;1016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4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7" name="Google Shape;1027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4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4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9" name="Google Shape;1049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4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7" name="Google Shape;1057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5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5" name="Google Shape;1065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5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7" name="Google Shape;1077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5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8" name="Google Shape;1088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5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6" name="Google Shape;1096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5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4" name="Google Shape;1104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5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3" name="Google Shape;1113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5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5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1" name="Google Shape;1131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5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7" name="Google Shape;1137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5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3" name="Google Shape;1143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6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6025" cy="4111625"/>
          </a:xfrm>
          <a:prstGeom prst="rect">
            <a:avLst/>
          </a:prstGeom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9" name="Google Shape;1149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68825" cy="3425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2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2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62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2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2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0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0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20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0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20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1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1"/>
          <p:cNvSpPr txBox="1">
            <a:spLocks noGrp="1"/>
          </p:cNvSpPr>
          <p:nvPr>
            <p:ph type="body" idx="1"/>
          </p:nvPr>
        </p:nvSpPr>
        <p:spPr>
          <a:xfrm rot="5400000">
            <a:off x="2396332" y="57943"/>
            <a:ext cx="4351337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21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21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21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2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22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122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39" name="Google Shape;39;p122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22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22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23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3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45" name="Google Shape;45;p123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46" name="Google Shape;46;p123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3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3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4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4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4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5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25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5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25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6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6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61" name="Google Shape;61;p126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2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63" name="Google Shape;63;p12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26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26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6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7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27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27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7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7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7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8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8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28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8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8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9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9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29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9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9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64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336600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660066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000066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4 Content" type="fourObj">
  <p:cSld name="FOUR_OBJECT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30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40386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336600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660066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000066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95" name="Google Shape;95;p130"/>
          <p:cNvSpPr txBox="1">
            <a:spLocks noGrp="1"/>
          </p:cNvSpPr>
          <p:nvPr>
            <p:ph type="body" idx="2"/>
          </p:nvPr>
        </p:nvSpPr>
        <p:spPr>
          <a:xfrm>
            <a:off x="4648200" y="1295400"/>
            <a:ext cx="40386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336600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660066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000066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96" name="Google Shape;96;p130"/>
          <p:cNvSpPr txBox="1">
            <a:spLocks noGrp="1"/>
          </p:cNvSpPr>
          <p:nvPr>
            <p:ph type="body" idx="3"/>
          </p:nvPr>
        </p:nvSpPr>
        <p:spPr>
          <a:xfrm>
            <a:off x="457200" y="3124200"/>
            <a:ext cx="40386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336600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660066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000066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97" name="Google Shape;97;p130"/>
          <p:cNvSpPr txBox="1">
            <a:spLocks noGrp="1"/>
          </p:cNvSpPr>
          <p:nvPr>
            <p:ph type="body" idx="4"/>
          </p:nvPr>
        </p:nvSpPr>
        <p:spPr>
          <a:xfrm>
            <a:off x="4648200" y="3124200"/>
            <a:ext cx="40386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336600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660066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000066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1"/>
          <p:cNvSpPr txBox="1">
            <a:spLocks noGrp="1"/>
          </p:cNvSpPr>
          <p:nvPr>
            <p:ph type="title"/>
          </p:nvPr>
        </p:nvSpPr>
        <p:spPr>
          <a:xfrm rot="5400000">
            <a:off x="5395119" y="1508919"/>
            <a:ext cx="4525962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1"/>
          <p:cNvSpPr txBox="1">
            <a:spLocks noGrp="1"/>
          </p:cNvSpPr>
          <p:nvPr>
            <p:ph type="body" idx="1"/>
          </p:nvPr>
        </p:nvSpPr>
        <p:spPr>
          <a:xfrm rot="5400000">
            <a:off x="1204119" y="-472281"/>
            <a:ext cx="4525962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336600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660066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000066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3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2"/>
          <p:cNvSpPr txBox="1">
            <a:spLocks noGrp="1"/>
          </p:cNvSpPr>
          <p:nvPr>
            <p:ph type="body" idx="1"/>
          </p:nvPr>
        </p:nvSpPr>
        <p:spPr>
          <a:xfrm rot="5400000">
            <a:off x="2819400" y="-1066800"/>
            <a:ext cx="35052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336600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660066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000066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3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3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336600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660066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000066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003300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rgbClr val="003300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rgbClr val="003300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rgbClr val="003300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rgbClr val="003300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3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Arial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336600"/>
              </a:buClr>
              <a:buSzPts val="2800"/>
              <a:buFont typeface="Arial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660066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000066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003300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rgbClr val="003300"/>
              </a:buClr>
              <a:buSzPts val="2000"/>
              <a:buFont typeface="Arial"/>
              <a:buChar char="»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rgbClr val="003300"/>
              </a:buClr>
              <a:buSzPts val="2000"/>
              <a:buFont typeface="Arial"/>
              <a:buChar char="»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rgbClr val="003300"/>
              </a:buClr>
              <a:buSzPts val="2000"/>
              <a:buFont typeface="Arial"/>
              <a:buChar char="»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rgbClr val="003300"/>
              </a:buClr>
              <a:buSzPts val="2000"/>
              <a:buFont typeface="Arial"/>
              <a:buChar char="»"/>
              <a:defRPr sz="2000"/>
            </a:lvl9pPr>
          </a:lstStyle>
          <a:p>
            <a:endParaRPr/>
          </a:p>
        </p:txBody>
      </p:sp>
      <p:sp>
        <p:nvSpPr>
          <p:cNvPr id="111" name="Google Shape;111;p13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336600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660066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000066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003300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rgbClr val="003300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rgbClr val="003300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rgbClr val="003300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rgbClr val="003300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3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336600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660066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000066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119" name="Google Shape;119;p13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336600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660066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000066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120" name="Google Shape;120;p13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336600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660066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000066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121" name="Google Shape;121;p13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336600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660066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000066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38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4038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336600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rgbClr val="660066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000066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125" name="Google Shape;125;p138"/>
          <p:cNvSpPr txBox="1">
            <a:spLocks noGrp="1"/>
          </p:cNvSpPr>
          <p:nvPr>
            <p:ph type="body" idx="2"/>
          </p:nvPr>
        </p:nvSpPr>
        <p:spPr>
          <a:xfrm>
            <a:off x="4648200" y="1295400"/>
            <a:ext cx="4038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336600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rgbClr val="660066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000066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3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336600"/>
              </a:buClr>
              <a:buSzPts val="1800"/>
              <a:buFont typeface="Arial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660066"/>
              </a:buClr>
              <a:buSzPts val="1600"/>
              <a:buFont typeface="Arial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000066"/>
              </a:buClr>
              <a:buSzPts val="1400"/>
              <a:buFont typeface="Arial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003300"/>
              </a:buClr>
              <a:buSzPts val="1400"/>
              <a:buFont typeface="Arial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003300"/>
              </a:buClr>
              <a:buSzPts val="1400"/>
              <a:buFont typeface="Arial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003300"/>
              </a:buClr>
              <a:buSzPts val="1400"/>
              <a:buFont typeface="Arial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003300"/>
              </a:buClr>
              <a:buSzPts val="1400"/>
              <a:buFont typeface="Arial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003300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4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4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rgbClr val="336600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rgbClr val="660066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rgbClr val="000066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 type="obj">
  <p:cSld name="OBJEC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6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6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6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6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71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336600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660066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000066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4 Content" type="fourObj">
  <p:cSld name="FOUR_OBJECTS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03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40386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336600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660066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000066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55" name="Google Shape;155;p103"/>
          <p:cNvSpPr txBox="1">
            <a:spLocks noGrp="1"/>
          </p:cNvSpPr>
          <p:nvPr>
            <p:ph type="body" idx="2"/>
          </p:nvPr>
        </p:nvSpPr>
        <p:spPr>
          <a:xfrm>
            <a:off x="4648200" y="1295400"/>
            <a:ext cx="40386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336600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660066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000066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56" name="Google Shape;156;p103"/>
          <p:cNvSpPr txBox="1">
            <a:spLocks noGrp="1"/>
          </p:cNvSpPr>
          <p:nvPr>
            <p:ph type="body" idx="3"/>
          </p:nvPr>
        </p:nvSpPr>
        <p:spPr>
          <a:xfrm>
            <a:off x="457200" y="3124200"/>
            <a:ext cx="40386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336600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660066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000066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57" name="Google Shape;157;p103"/>
          <p:cNvSpPr txBox="1">
            <a:spLocks noGrp="1"/>
          </p:cNvSpPr>
          <p:nvPr>
            <p:ph type="body" idx="4"/>
          </p:nvPr>
        </p:nvSpPr>
        <p:spPr>
          <a:xfrm>
            <a:off x="4648200" y="3124200"/>
            <a:ext cx="40386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336600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660066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000066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4"/>
          <p:cNvSpPr txBox="1">
            <a:spLocks noGrp="1"/>
          </p:cNvSpPr>
          <p:nvPr>
            <p:ph type="title"/>
          </p:nvPr>
        </p:nvSpPr>
        <p:spPr>
          <a:xfrm rot="5400000">
            <a:off x="5395119" y="1508919"/>
            <a:ext cx="4525962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04"/>
          <p:cNvSpPr txBox="1">
            <a:spLocks noGrp="1"/>
          </p:cNvSpPr>
          <p:nvPr>
            <p:ph type="body" idx="1"/>
          </p:nvPr>
        </p:nvSpPr>
        <p:spPr>
          <a:xfrm rot="5400000">
            <a:off x="1204119" y="-472281"/>
            <a:ext cx="4525962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336600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660066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000066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05"/>
          <p:cNvSpPr txBox="1">
            <a:spLocks noGrp="1"/>
          </p:cNvSpPr>
          <p:nvPr>
            <p:ph type="body" idx="1"/>
          </p:nvPr>
        </p:nvSpPr>
        <p:spPr>
          <a:xfrm rot="5400000">
            <a:off x="2819400" y="-1066800"/>
            <a:ext cx="35052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336600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660066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000066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0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10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336600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660066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000066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003300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rgbClr val="003300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rgbClr val="003300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rgbClr val="003300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rgbClr val="003300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0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Arial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336600"/>
              </a:buClr>
              <a:buSzPts val="2800"/>
              <a:buFont typeface="Arial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660066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000066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003300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rgbClr val="003300"/>
              </a:buClr>
              <a:buSzPts val="2000"/>
              <a:buFont typeface="Arial"/>
              <a:buChar char="»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rgbClr val="003300"/>
              </a:buClr>
              <a:buSzPts val="2000"/>
              <a:buFont typeface="Arial"/>
              <a:buChar char="»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rgbClr val="003300"/>
              </a:buClr>
              <a:buSzPts val="2000"/>
              <a:buFont typeface="Arial"/>
              <a:buChar char="»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rgbClr val="003300"/>
              </a:buClr>
              <a:buSzPts val="2000"/>
              <a:buFont typeface="Arial"/>
              <a:buChar char="»"/>
              <a:defRPr sz="2000"/>
            </a:lvl9pPr>
          </a:lstStyle>
          <a:p>
            <a:endParaRPr/>
          </a:p>
        </p:txBody>
      </p:sp>
      <p:sp>
        <p:nvSpPr>
          <p:cNvPr id="171" name="Google Shape;171;p10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336600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660066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000066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003300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rgbClr val="003300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rgbClr val="003300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rgbClr val="003300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rgbClr val="003300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0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336600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660066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000066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177" name="Google Shape;177;p10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336600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660066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000066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178" name="Google Shape;178;p10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336600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660066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000066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179" name="Google Shape;179;p10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336600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660066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000066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rgbClr val="003300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110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4038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336600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rgbClr val="660066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000066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183" name="Google Shape;183;p110"/>
          <p:cNvSpPr txBox="1">
            <a:spLocks noGrp="1"/>
          </p:cNvSpPr>
          <p:nvPr>
            <p:ph type="body" idx="2"/>
          </p:nvPr>
        </p:nvSpPr>
        <p:spPr>
          <a:xfrm>
            <a:off x="4648200" y="1295400"/>
            <a:ext cx="4038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336600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rgbClr val="660066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000066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11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336600"/>
              </a:buClr>
              <a:buSzPts val="1800"/>
              <a:buFont typeface="Arial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660066"/>
              </a:buClr>
              <a:buSzPts val="1600"/>
              <a:buFont typeface="Arial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000066"/>
              </a:buClr>
              <a:buSzPts val="1400"/>
              <a:buFont typeface="Arial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003300"/>
              </a:buClr>
              <a:buSzPts val="1400"/>
              <a:buFont typeface="Arial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003300"/>
              </a:buClr>
              <a:buSzPts val="1400"/>
              <a:buFont typeface="Arial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003300"/>
              </a:buClr>
              <a:buSzPts val="1400"/>
              <a:buFont typeface="Arial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003300"/>
              </a:buClr>
              <a:buSzPts val="1400"/>
              <a:buFont typeface="Arial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003300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1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Comic Sans MS"/>
              <a:buNone/>
              <a:defRPr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rgbClr val="336600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rgbClr val="660066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rgbClr val="000066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0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3333C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70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3"/>
          <p:cNvSpPr txBox="1">
            <a:spLocks noGrp="1"/>
          </p:cNvSpPr>
          <p:nvPr>
            <p:ph type="title"/>
          </p:nvPr>
        </p:nvSpPr>
        <p:spPr>
          <a:xfrm rot="5400000">
            <a:off x="4668838" y="2308226"/>
            <a:ext cx="5630863" cy="1941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93"/>
          <p:cNvSpPr txBox="1">
            <a:spLocks noGrp="1"/>
          </p:cNvSpPr>
          <p:nvPr>
            <p:ph type="body" idx="1"/>
          </p:nvPr>
        </p:nvSpPr>
        <p:spPr>
          <a:xfrm rot="5400000">
            <a:off x="708025" y="441325"/>
            <a:ext cx="5630863" cy="567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93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3333C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93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4"/>
          <p:cNvSpPr txBox="1">
            <a:spLocks noGrp="1"/>
          </p:cNvSpPr>
          <p:nvPr>
            <p:ph type="title"/>
          </p:nvPr>
        </p:nvSpPr>
        <p:spPr>
          <a:xfrm>
            <a:off x="685800" y="463550"/>
            <a:ext cx="7769225" cy="1433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94"/>
          <p:cNvSpPr txBox="1">
            <a:spLocks noGrp="1"/>
          </p:cNvSpPr>
          <p:nvPr>
            <p:ph type="body" idx="1"/>
          </p:nvPr>
        </p:nvSpPr>
        <p:spPr>
          <a:xfrm rot="5400000">
            <a:off x="2513807" y="153193"/>
            <a:ext cx="4113212" cy="7769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94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3333C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4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9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12" name="Google Shape;212;p9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13" name="Google Shape;213;p95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3333C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95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9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3200"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1400"/>
              <a:buNone/>
              <a:defRPr sz="28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4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218" name="Google Shape;218;p9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19" name="Google Shape;219;p96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3333C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9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7"/>
          <p:cNvSpPr txBox="1">
            <a:spLocks noGrp="1"/>
          </p:cNvSpPr>
          <p:nvPr>
            <p:ph type="title"/>
          </p:nvPr>
        </p:nvSpPr>
        <p:spPr>
          <a:xfrm>
            <a:off x="685800" y="463550"/>
            <a:ext cx="7769225" cy="1433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97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3333C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97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9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28" name="Google Shape;228;p9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2400"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1400"/>
              <a:buNone/>
              <a:defRPr sz="20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8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229" name="Google Shape;229;p9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30" name="Google Shape;230;p9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2400"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1400"/>
              <a:buNone/>
              <a:defRPr sz="20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8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231" name="Google Shape;231;p98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3333C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98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9"/>
          <p:cNvSpPr txBox="1">
            <a:spLocks noGrp="1"/>
          </p:cNvSpPr>
          <p:nvPr>
            <p:ph type="title"/>
          </p:nvPr>
        </p:nvSpPr>
        <p:spPr>
          <a:xfrm>
            <a:off x="685800" y="463550"/>
            <a:ext cx="7769225" cy="1433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99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08413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2800"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1400"/>
              <a:buNone/>
              <a:defRPr sz="24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6" name="Google Shape;236;p99"/>
          <p:cNvSpPr txBox="1">
            <a:spLocks noGrp="1"/>
          </p:cNvSpPr>
          <p:nvPr>
            <p:ph type="body" idx="2"/>
          </p:nvPr>
        </p:nvSpPr>
        <p:spPr>
          <a:xfrm>
            <a:off x="4646613" y="1981200"/>
            <a:ext cx="3808412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2800"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1400"/>
              <a:buNone/>
              <a:defRPr sz="24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7" name="Google Shape;237;p9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3333C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9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10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42" name="Google Shape;242;p100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3333C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100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1"/>
          <p:cNvSpPr txBox="1">
            <a:spLocks noGrp="1"/>
          </p:cNvSpPr>
          <p:nvPr>
            <p:ph type="title"/>
          </p:nvPr>
        </p:nvSpPr>
        <p:spPr>
          <a:xfrm>
            <a:off x="685800" y="463550"/>
            <a:ext cx="7769225" cy="1433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10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69225" cy="411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101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3333C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101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10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ctr">
              <a:spcBef>
                <a:spcPts val="80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70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60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102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3333C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102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73"/>
          <p:cNvSpPr txBox="1">
            <a:spLocks noGrp="1"/>
          </p:cNvSpPr>
          <p:nvPr>
            <p:ph type="title"/>
          </p:nvPr>
        </p:nvSpPr>
        <p:spPr>
          <a:xfrm>
            <a:off x="301625" y="228600"/>
            <a:ext cx="85407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p73"/>
          <p:cNvSpPr txBox="1">
            <a:spLocks noGrp="1"/>
          </p:cNvSpPr>
          <p:nvPr>
            <p:ph type="body" idx="1"/>
          </p:nvPr>
        </p:nvSpPr>
        <p:spPr>
          <a:xfrm>
            <a:off x="301625" y="1600200"/>
            <a:ext cx="8540750" cy="4498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414" name="Google Shape;414;p73"/>
          <p:cNvSpPr txBox="1">
            <a:spLocks noGrp="1"/>
          </p:cNvSpPr>
          <p:nvPr>
            <p:ph type="dt" idx="10"/>
          </p:nvPr>
        </p:nvSpPr>
        <p:spPr>
          <a:xfrm>
            <a:off x="301625" y="6245225"/>
            <a:ext cx="228917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5" name="Google Shape;415;p73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6" name="Google Shape;416;p73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75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75"/>
          <p:cNvSpPr txBox="1">
            <a:spLocks noGrp="1"/>
          </p:cNvSpPr>
          <p:nvPr>
            <p:ph type="dt" idx="10"/>
          </p:nvPr>
        </p:nvSpPr>
        <p:spPr>
          <a:xfrm>
            <a:off x="457200" y="6019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75"/>
          <p:cNvSpPr txBox="1">
            <a:spLocks noGrp="1"/>
          </p:cNvSpPr>
          <p:nvPr>
            <p:ph type="ftr" idx="11"/>
          </p:nvPr>
        </p:nvSpPr>
        <p:spPr>
          <a:xfrm>
            <a:off x="3124200" y="6019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75"/>
          <p:cNvSpPr txBox="1">
            <a:spLocks noGrp="1"/>
          </p:cNvSpPr>
          <p:nvPr>
            <p:ph type="sldNum" idx="12"/>
          </p:nvPr>
        </p:nvSpPr>
        <p:spPr>
          <a:xfrm>
            <a:off x="6858000" y="6019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1400"/>
              <a:buFont typeface="Times New Roman"/>
              <a:buNone/>
              <a:defRPr sz="1400" b="0" i="0" u="none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1400"/>
              <a:buFont typeface="Times New Roman"/>
              <a:buNone/>
              <a:defRPr sz="1400" b="0" i="0" u="none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1400"/>
              <a:buFont typeface="Times New Roman"/>
              <a:buNone/>
              <a:defRPr sz="1400" b="0" i="0" u="none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1400"/>
              <a:buFont typeface="Times New Roman"/>
              <a:buNone/>
              <a:defRPr sz="1400" b="0" i="0" u="none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1400"/>
              <a:buFont typeface="Times New Roman"/>
              <a:buNone/>
              <a:defRPr sz="1400" b="0" i="0" u="none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1400"/>
              <a:buFont typeface="Times New Roman"/>
              <a:buNone/>
              <a:defRPr sz="1400" b="0" i="0" u="none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1400"/>
              <a:buFont typeface="Times New Roman"/>
              <a:buNone/>
              <a:defRPr sz="1400" b="0" i="0" u="none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1400"/>
              <a:buFont typeface="Times New Roman"/>
              <a:buNone/>
              <a:defRPr sz="1400" b="0" i="0" u="none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1400"/>
              <a:buFont typeface="Times New Roman"/>
              <a:buNone/>
              <a:defRPr sz="1400" b="0" i="0" u="none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7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3333C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1" name="Google Shape;451;p77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83"/>
          <p:cNvSpPr txBox="1">
            <a:spLocks noGrp="1"/>
          </p:cNvSpPr>
          <p:nvPr>
            <p:ph type="title"/>
          </p:nvPr>
        </p:nvSpPr>
        <p:spPr>
          <a:xfrm rot="5400000">
            <a:off x="4668838" y="2308226"/>
            <a:ext cx="5630863" cy="1941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4" name="Google Shape;454;p83"/>
          <p:cNvSpPr txBox="1">
            <a:spLocks noGrp="1"/>
          </p:cNvSpPr>
          <p:nvPr>
            <p:ph type="body" idx="1"/>
          </p:nvPr>
        </p:nvSpPr>
        <p:spPr>
          <a:xfrm rot="5400000">
            <a:off x="708025" y="441325"/>
            <a:ext cx="5630863" cy="567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p83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3333C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6" name="Google Shape;456;p83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84"/>
          <p:cNvSpPr txBox="1">
            <a:spLocks noGrp="1"/>
          </p:cNvSpPr>
          <p:nvPr>
            <p:ph type="title"/>
          </p:nvPr>
        </p:nvSpPr>
        <p:spPr>
          <a:xfrm>
            <a:off x="685800" y="463550"/>
            <a:ext cx="7769225" cy="1433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9" name="Google Shape;459;p84"/>
          <p:cNvSpPr txBox="1">
            <a:spLocks noGrp="1"/>
          </p:cNvSpPr>
          <p:nvPr>
            <p:ph type="body" idx="1"/>
          </p:nvPr>
        </p:nvSpPr>
        <p:spPr>
          <a:xfrm rot="5400000">
            <a:off x="2513807" y="153193"/>
            <a:ext cx="4113212" cy="7769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0" name="Google Shape;460;p84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3333C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1" name="Google Shape;461;p84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8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4" name="Google Shape;464;p8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65" name="Google Shape;465;p8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66" name="Google Shape;466;p85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3333C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85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8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8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3200"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1400"/>
              <a:buNone/>
              <a:defRPr sz="28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4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471" name="Google Shape;471;p8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72" name="Google Shape;472;p86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3333C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3" name="Google Shape;473;p8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87"/>
          <p:cNvSpPr txBox="1">
            <a:spLocks noGrp="1"/>
          </p:cNvSpPr>
          <p:nvPr>
            <p:ph type="title"/>
          </p:nvPr>
        </p:nvSpPr>
        <p:spPr>
          <a:xfrm>
            <a:off x="685800" y="463550"/>
            <a:ext cx="7769225" cy="1433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6" name="Google Shape;476;p87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3333C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7" name="Google Shape;477;p87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8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0" name="Google Shape;480;p8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1" name="Google Shape;481;p8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2400"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1400"/>
              <a:buNone/>
              <a:defRPr sz="20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8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482" name="Google Shape;482;p8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3" name="Google Shape;483;p8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2400"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1400"/>
              <a:buNone/>
              <a:defRPr sz="20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8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484" name="Google Shape;484;p88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3333C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5" name="Google Shape;485;p88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89"/>
          <p:cNvSpPr txBox="1">
            <a:spLocks noGrp="1"/>
          </p:cNvSpPr>
          <p:nvPr>
            <p:ph type="title"/>
          </p:nvPr>
        </p:nvSpPr>
        <p:spPr>
          <a:xfrm>
            <a:off x="685800" y="463550"/>
            <a:ext cx="7769225" cy="1433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8" name="Google Shape;488;p89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08413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2800"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1400"/>
              <a:buNone/>
              <a:defRPr sz="24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89" name="Google Shape;489;p89"/>
          <p:cNvSpPr txBox="1">
            <a:spLocks noGrp="1"/>
          </p:cNvSpPr>
          <p:nvPr>
            <p:ph type="body" idx="2"/>
          </p:nvPr>
        </p:nvSpPr>
        <p:spPr>
          <a:xfrm>
            <a:off x="4646613" y="1981200"/>
            <a:ext cx="3808412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2800"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1400"/>
              <a:buNone/>
              <a:defRPr sz="24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90" name="Google Shape;490;p8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3333C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1" name="Google Shape;491;p8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9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4" name="Google Shape;494;p9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495" name="Google Shape;495;p90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3333C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90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91"/>
          <p:cNvSpPr txBox="1">
            <a:spLocks noGrp="1"/>
          </p:cNvSpPr>
          <p:nvPr>
            <p:ph type="title"/>
          </p:nvPr>
        </p:nvSpPr>
        <p:spPr>
          <a:xfrm>
            <a:off x="685800" y="463550"/>
            <a:ext cx="7769225" cy="1433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9" name="Google Shape;499;p9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69225" cy="411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0" name="Google Shape;500;p91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3333C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1" name="Google Shape;501;p91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9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4" name="Google Shape;504;p9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ctr">
              <a:spcBef>
                <a:spcPts val="80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70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60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505" name="Google Shape;505;p92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3333C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6" name="Google Shape;506;p92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79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7" name="Google Shape;517;p7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2895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marL="914400" lvl="1" indent="-29718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marL="2286000" lvl="4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marL="2743200" lvl="5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marL="3200400" lvl="6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marL="3657600" lvl="7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marL="4114800" lvl="8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>
            <a:endParaRPr/>
          </a:p>
        </p:txBody>
      </p:sp>
      <p:sp>
        <p:nvSpPr>
          <p:cNvPr id="518" name="Google Shape;518;p79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9" name="Google Shape;519;p7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0" name="Google Shape;520;p79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80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3" name="Google Shape;523;p80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4" name="Google Shape;524;p80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5" name="Google Shape;525;p80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81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8" name="Google Shape;528;p81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9" name="Google Shape;529;p81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82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2" name="Google Shape;532;p8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4170" algn="l">
              <a:spcBef>
                <a:spcPts val="560"/>
              </a:spcBef>
              <a:spcAft>
                <a:spcPts val="0"/>
              </a:spcAft>
              <a:buSzPts val="1820"/>
              <a:buChar char="■"/>
              <a:defRPr sz="2800"/>
            </a:lvl1pPr>
            <a:lvl2pPr marL="914400" lvl="1" indent="-320040" algn="l">
              <a:spcBef>
                <a:spcPts val="480"/>
              </a:spcBef>
              <a:spcAft>
                <a:spcPts val="0"/>
              </a:spcAft>
              <a:buSzPts val="1440"/>
              <a:buChar char="❑"/>
              <a:defRPr sz="2400"/>
            </a:lvl2pPr>
            <a:lvl3pPr marL="1371600" lvl="2" indent="-31115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 sz="1800"/>
            </a:lvl4pPr>
            <a:lvl5pPr marL="2286000" lvl="4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5pPr>
            <a:lvl6pPr marL="2743200" lvl="5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6pPr>
            <a:lvl7pPr marL="3200400" lvl="6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7pPr>
            <a:lvl8pPr marL="3657600" lvl="7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8pPr>
            <a:lvl9pPr marL="4114800" lvl="8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9pPr>
          </a:lstStyle>
          <a:p>
            <a:endParaRPr/>
          </a:p>
        </p:txBody>
      </p:sp>
      <p:sp>
        <p:nvSpPr>
          <p:cNvPr id="533" name="Google Shape;533;p8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4170" algn="l">
              <a:spcBef>
                <a:spcPts val="560"/>
              </a:spcBef>
              <a:spcAft>
                <a:spcPts val="0"/>
              </a:spcAft>
              <a:buSzPts val="1820"/>
              <a:buChar char="■"/>
              <a:defRPr sz="2800"/>
            </a:lvl1pPr>
            <a:lvl2pPr marL="914400" lvl="1" indent="-320040" algn="l">
              <a:spcBef>
                <a:spcPts val="480"/>
              </a:spcBef>
              <a:spcAft>
                <a:spcPts val="0"/>
              </a:spcAft>
              <a:buSzPts val="1440"/>
              <a:buChar char="❑"/>
              <a:defRPr sz="2400"/>
            </a:lvl2pPr>
            <a:lvl3pPr marL="1371600" lvl="2" indent="-31115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 sz="1800"/>
            </a:lvl4pPr>
            <a:lvl5pPr marL="2286000" lvl="4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5pPr>
            <a:lvl6pPr marL="2743200" lvl="5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6pPr>
            <a:lvl7pPr marL="3200400" lvl="6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7pPr>
            <a:lvl8pPr marL="3657600" lvl="7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8pPr>
            <a:lvl9pPr marL="4114800" lvl="8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9pPr>
          </a:lstStyle>
          <a:p>
            <a:endParaRPr/>
          </a:p>
        </p:txBody>
      </p:sp>
      <p:sp>
        <p:nvSpPr>
          <p:cNvPr id="534" name="Google Shape;534;p82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5" name="Google Shape;535;p82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6" name="Google Shape;536;p82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ableau" type="tbl">
  <p:cSld name="TABLE"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13"/>
          <p:cNvSpPr txBox="1"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9" name="Google Shape;539;p113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0" name="Google Shape;540;p113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1" name="Google Shape;541;p113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14"/>
          <p:cNvSpPr txBox="1">
            <a:spLocks noGrp="1"/>
          </p:cNvSpPr>
          <p:nvPr>
            <p:ph type="title"/>
          </p:nvPr>
        </p:nvSpPr>
        <p:spPr>
          <a:xfrm rot="5400000">
            <a:off x="4731544" y="2175669"/>
            <a:ext cx="5853112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4" name="Google Shape;544;p114"/>
          <p:cNvSpPr txBox="1">
            <a:spLocks noGrp="1"/>
          </p:cNvSpPr>
          <p:nvPr>
            <p:ph type="body" idx="1"/>
          </p:nvPr>
        </p:nvSpPr>
        <p:spPr>
          <a:xfrm rot="5400000">
            <a:off x="540544" y="194469"/>
            <a:ext cx="5853112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2895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marL="914400" lvl="1" indent="-29718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marL="2286000" lvl="4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marL="2743200" lvl="5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marL="3200400" lvl="6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marL="3657600" lvl="7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marL="4114800" lvl="8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>
            <a:endParaRPr/>
          </a:p>
        </p:txBody>
      </p:sp>
      <p:sp>
        <p:nvSpPr>
          <p:cNvPr id="545" name="Google Shape;545;p114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6" name="Google Shape;546;p114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7" name="Google Shape;547;p114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15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0" name="Google Shape;550;p115"/>
          <p:cNvSpPr txBox="1">
            <a:spLocks noGrp="1"/>
          </p:cNvSpPr>
          <p:nvPr>
            <p:ph type="body" idx="1"/>
          </p:nvPr>
        </p:nvSpPr>
        <p:spPr>
          <a:xfrm rot="5400000">
            <a:off x="2306638" y="-249237"/>
            <a:ext cx="4530725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2895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marL="914400" lvl="1" indent="-29718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marL="2286000" lvl="4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marL="2743200" lvl="5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marL="3200400" lvl="6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marL="3657600" lvl="7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marL="4114800" lvl="8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>
            <a:endParaRPr/>
          </a:p>
        </p:txBody>
      </p:sp>
      <p:sp>
        <p:nvSpPr>
          <p:cNvPr id="551" name="Google Shape;551;p115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2" name="Google Shape;552;p115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3" name="Google Shape;553;p115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1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6" name="Google Shape;556;p11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11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72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9pPr>
          </a:lstStyle>
          <a:p>
            <a:endParaRPr/>
          </a:p>
        </p:txBody>
      </p:sp>
      <p:sp>
        <p:nvSpPr>
          <p:cNvPr id="558" name="Google Shape;558;p116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9" name="Google Shape;559;p116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0" name="Google Shape;560;p116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1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3" name="Google Shape;563;p11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spcBef>
                <a:spcPts val="640"/>
              </a:spcBef>
              <a:spcAft>
                <a:spcPts val="0"/>
              </a:spcAft>
              <a:buSzPts val="2080"/>
              <a:buChar char="■"/>
              <a:defRPr sz="3200"/>
            </a:lvl1pPr>
            <a:lvl2pPr marL="914400" lvl="1" indent="-33528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2pPr>
            <a:lvl3pPr marL="1371600" lvl="2" indent="-32766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3pPr>
            <a:lvl4pPr marL="1828800" lvl="3" indent="-317500" algn="l">
              <a:spcBef>
                <a:spcPts val="400"/>
              </a:spcBef>
              <a:spcAft>
                <a:spcPts val="0"/>
              </a:spcAft>
              <a:buSzPts val="1400"/>
              <a:buChar char="❑"/>
              <a:defRPr sz="2000"/>
            </a:lvl4pPr>
            <a:lvl5pPr marL="2286000" lvl="4" indent="-323850" algn="l"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2000"/>
            </a:lvl5pPr>
            <a:lvl6pPr marL="2743200" lvl="5" indent="-323850" algn="l"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2000"/>
            </a:lvl6pPr>
            <a:lvl7pPr marL="3200400" lvl="6" indent="-323850" algn="l"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2000"/>
            </a:lvl7pPr>
            <a:lvl8pPr marL="3657600" lvl="7" indent="-323850" algn="l"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2000"/>
            </a:lvl8pPr>
            <a:lvl9pPr marL="4114800" lvl="8" indent="-323850" algn="l"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2000"/>
            </a:lvl9pPr>
          </a:lstStyle>
          <a:p>
            <a:endParaRPr/>
          </a:p>
        </p:txBody>
      </p:sp>
      <p:sp>
        <p:nvSpPr>
          <p:cNvPr id="564" name="Google Shape;564;p11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72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9pPr>
          </a:lstStyle>
          <a:p>
            <a:endParaRPr/>
          </a:p>
        </p:txBody>
      </p:sp>
      <p:sp>
        <p:nvSpPr>
          <p:cNvPr id="565" name="Google Shape;565;p117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6" name="Google Shape;566;p117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7" name="Google Shape;567;p117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0" name="Google Shape;570;p11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56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2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17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9pPr>
          </a:lstStyle>
          <a:p>
            <a:endParaRPr/>
          </a:p>
        </p:txBody>
      </p:sp>
      <p:sp>
        <p:nvSpPr>
          <p:cNvPr id="571" name="Google Shape;571;p11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766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1pPr>
            <a:lvl2pPr marL="914400" lvl="1" indent="-304800" algn="l">
              <a:spcBef>
                <a:spcPts val="400"/>
              </a:spcBef>
              <a:spcAft>
                <a:spcPts val="0"/>
              </a:spcAft>
              <a:buSzPts val="1200"/>
              <a:buChar char="❑"/>
              <a:defRPr sz="2000"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3pPr>
            <a:lvl4pPr marL="1828800" lvl="3" indent="-299719" algn="l">
              <a:spcBef>
                <a:spcPts val="320"/>
              </a:spcBef>
              <a:spcAft>
                <a:spcPts val="0"/>
              </a:spcAft>
              <a:buSzPts val="1120"/>
              <a:buChar char="❑"/>
              <a:defRPr sz="1600"/>
            </a:lvl4pPr>
            <a:lvl5pPr marL="2286000" lvl="4" indent="-304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5pPr>
            <a:lvl6pPr marL="2743200" lvl="5" indent="-304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6pPr>
            <a:lvl7pPr marL="3200400" lvl="6" indent="-304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7pPr>
            <a:lvl8pPr marL="3657600" lvl="7" indent="-304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8pPr>
            <a:lvl9pPr marL="4114800" lvl="8" indent="-304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9pPr>
          </a:lstStyle>
          <a:p>
            <a:endParaRPr/>
          </a:p>
        </p:txBody>
      </p:sp>
      <p:sp>
        <p:nvSpPr>
          <p:cNvPr id="572" name="Google Shape;572;p11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56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2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17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9pPr>
          </a:lstStyle>
          <a:p>
            <a:endParaRPr/>
          </a:p>
        </p:txBody>
      </p:sp>
      <p:sp>
        <p:nvSpPr>
          <p:cNvPr id="573" name="Google Shape;573;p11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766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1pPr>
            <a:lvl2pPr marL="914400" lvl="1" indent="-304800" algn="l">
              <a:spcBef>
                <a:spcPts val="400"/>
              </a:spcBef>
              <a:spcAft>
                <a:spcPts val="0"/>
              </a:spcAft>
              <a:buSzPts val="1200"/>
              <a:buChar char="❑"/>
              <a:defRPr sz="2000"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3pPr>
            <a:lvl4pPr marL="1828800" lvl="3" indent="-299719" algn="l">
              <a:spcBef>
                <a:spcPts val="320"/>
              </a:spcBef>
              <a:spcAft>
                <a:spcPts val="0"/>
              </a:spcAft>
              <a:buSzPts val="1120"/>
              <a:buChar char="❑"/>
              <a:defRPr sz="1600"/>
            </a:lvl4pPr>
            <a:lvl5pPr marL="2286000" lvl="4" indent="-304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5pPr>
            <a:lvl6pPr marL="2743200" lvl="5" indent="-304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6pPr>
            <a:lvl7pPr marL="3200400" lvl="6" indent="-304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7pPr>
            <a:lvl8pPr marL="3657600" lvl="7" indent="-304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8pPr>
            <a:lvl9pPr marL="4114800" lvl="8" indent="-304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9pPr>
          </a:lstStyle>
          <a:p>
            <a:endParaRPr/>
          </a:p>
        </p:txBody>
      </p:sp>
      <p:sp>
        <p:nvSpPr>
          <p:cNvPr id="574" name="Google Shape;574;p118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5" name="Google Shape;575;p118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6" name="Google Shape;576;p118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 type="secHead">
  <p:cSld name="SECTION_HEADER"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9" name="Google Shape;579;p1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300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080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9pPr>
          </a:lstStyle>
          <a:p>
            <a:endParaRPr/>
          </a:p>
        </p:txBody>
      </p:sp>
      <p:sp>
        <p:nvSpPr>
          <p:cNvPr id="580" name="Google Shape;580;p119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1" name="Google Shape;581;p11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2" name="Google Shape;582;p119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48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4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1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1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1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1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5" name="Google Shape;15;p61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" name="Google Shape;16;p61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sz="9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8488C4"/>
            </a:gs>
            <a:gs pos="19999">
              <a:srgbClr val="9ED3D7"/>
            </a:gs>
            <a:gs pos="22999">
              <a:srgbClr val="ACD9DD"/>
            </a:gs>
            <a:gs pos="80000">
              <a:srgbClr val="BBE0E3"/>
            </a:gs>
            <a:gs pos="100000">
              <a:srgbClr val="9C9CDF"/>
            </a:gs>
          </a:gsLst>
          <a:lin ang="5400000" scaled="0"/>
        </a:gra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" name="Google Shape;88;p63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336600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rgbClr val="3366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0066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66006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000066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03300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4" name="Google Shape;134;p6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5" name="Google Shape;135;p6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36" name="Google Shape;136;p6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37" name="Google Shape;137;p6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8488C4"/>
            </a:gs>
            <a:gs pos="19999">
              <a:srgbClr val="9ED3D7"/>
            </a:gs>
            <a:gs pos="22999">
              <a:srgbClr val="ACD9DD"/>
            </a:gs>
            <a:gs pos="80000">
              <a:srgbClr val="BBE0E3"/>
            </a:gs>
            <a:gs pos="100000">
              <a:srgbClr val="9C9CDF"/>
            </a:gs>
          </a:gsLst>
          <a:lin ang="5400000" scaled="0"/>
        </a:gra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6" name="Google Shape;146;p67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336600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rgbClr val="3366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0066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66006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000066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03300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9"/>
          <p:cNvSpPr txBox="1">
            <a:spLocks noGrp="1"/>
          </p:cNvSpPr>
          <p:nvPr>
            <p:ph type="title"/>
          </p:nvPr>
        </p:nvSpPr>
        <p:spPr>
          <a:xfrm>
            <a:off x="685800" y="463550"/>
            <a:ext cx="7769225" cy="1433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92" name="Google Shape;192;p69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69225" cy="411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70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5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5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5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spcBef>
                <a:spcPts val="5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spcBef>
                <a:spcPts val="5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spcBef>
                <a:spcPts val="5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93" name="Google Shape;193;p6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94" name="Google Shape;194;p69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6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rgbClr val="F3F3F3"/>
            </a:gs>
          </a:gsLst>
          <a:lin ang="5400000" scaled="0"/>
        </a:gra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oogle Shape;255;p72"/>
          <p:cNvGrpSpPr/>
          <p:nvPr/>
        </p:nvGrpSpPr>
        <p:grpSpPr>
          <a:xfrm>
            <a:off x="3998" y="1422400"/>
            <a:ext cx="9143177" cy="5435600"/>
            <a:chOff x="3" y="896"/>
            <a:chExt cx="5759" cy="3424"/>
          </a:xfrm>
        </p:grpSpPr>
        <p:grpSp>
          <p:nvGrpSpPr>
            <p:cNvPr id="256" name="Google Shape;256;p72"/>
            <p:cNvGrpSpPr/>
            <p:nvPr/>
          </p:nvGrpSpPr>
          <p:grpSpPr>
            <a:xfrm>
              <a:off x="20" y="896"/>
              <a:ext cx="5742" cy="3424"/>
              <a:chOff x="20" y="896"/>
              <a:chExt cx="5742" cy="3424"/>
            </a:xfrm>
          </p:grpSpPr>
          <p:sp>
            <p:nvSpPr>
              <p:cNvPr id="257" name="Google Shape;257;p72"/>
              <p:cNvSpPr/>
              <p:nvPr/>
            </p:nvSpPr>
            <p:spPr>
              <a:xfrm>
                <a:off x="1399" y="1116"/>
                <a:ext cx="2815" cy="2110"/>
              </a:xfrm>
              <a:custGeom>
                <a:avLst/>
                <a:gdLst/>
                <a:ahLst/>
                <a:cxnLst/>
                <a:rect l="l" t="t" r="r" b="b"/>
                <a:pathLst>
                  <a:path w="2815" h="2110" extrusionOk="0">
                    <a:moveTo>
                      <a:pt x="950" y="85"/>
                    </a:moveTo>
                    <a:lnTo>
                      <a:pt x="628" y="438"/>
                    </a:lnTo>
                    <a:lnTo>
                      <a:pt x="66" y="471"/>
                    </a:lnTo>
                    <a:lnTo>
                      <a:pt x="0" y="627"/>
                    </a:lnTo>
                    <a:lnTo>
                      <a:pt x="372" y="1026"/>
                    </a:lnTo>
                    <a:lnTo>
                      <a:pt x="611" y="902"/>
                    </a:lnTo>
                    <a:lnTo>
                      <a:pt x="992" y="1085"/>
                    </a:lnTo>
                    <a:lnTo>
                      <a:pt x="1116" y="1339"/>
                    </a:lnTo>
                    <a:lnTo>
                      <a:pt x="1083" y="1450"/>
                    </a:lnTo>
                    <a:lnTo>
                      <a:pt x="1124" y="1659"/>
                    </a:lnTo>
                    <a:lnTo>
                      <a:pt x="1149" y="1999"/>
                    </a:lnTo>
                    <a:lnTo>
                      <a:pt x="1463" y="2110"/>
                    </a:lnTo>
                    <a:lnTo>
                      <a:pt x="1686" y="2025"/>
                    </a:lnTo>
                    <a:lnTo>
                      <a:pt x="1603" y="1777"/>
                    </a:lnTo>
                    <a:lnTo>
                      <a:pt x="1991" y="1555"/>
                    </a:lnTo>
                    <a:lnTo>
                      <a:pt x="2281" y="1542"/>
                    </a:lnTo>
                    <a:lnTo>
                      <a:pt x="2446" y="1359"/>
                    </a:lnTo>
                    <a:lnTo>
                      <a:pt x="2361" y="1001"/>
                    </a:lnTo>
                    <a:lnTo>
                      <a:pt x="2606" y="893"/>
                    </a:lnTo>
                    <a:lnTo>
                      <a:pt x="2815" y="454"/>
                    </a:lnTo>
                    <a:lnTo>
                      <a:pt x="2518" y="0"/>
                    </a:lnTo>
                  </a:path>
                </a:pathLst>
              </a:custGeom>
              <a:noFill/>
              <a:ln w="152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8" name="Google Shape;258;p72"/>
              <p:cNvSpPr/>
              <p:nvPr/>
            </p:nvSpPr>
            <p:spPr>
              <a:xfrm>
                <a:off x="672" y="1116"/>
                <a:ext cx="3966" cy="2366"/>
              </a:xfrm>
              <a:custGeom>
                <a:avLst/>
                <a:gdLst/>
                <a:ahLst/>
                <a:cxnLst/>
                <a:rect l="l" t="t" r="r" b="b"/>
                <a:pathLst>
                  <a:path w="3966" h="2366" extrusionOk="0">
                    <a:moveTo>
                      <a:pt x="1423" y="65"/>
                    </a:moveTo>
                    <a:lnTo>
                      <a:pt x="1148" y="262"/>
                    </a:lnTo>
                    <a:lnTo>
                      <a:pt x="934" y="216"/>
                    </a:lnTo>
                    <a:lnTo>
                      <a:pt x="529" y="314"/>
                    </a:lnTo>
                    <a:lnTo>
                      <a:pt x="174" y="327"/>
                    </a:lnTo>
                    <a:lnTo>
                      <a:pt x="0" y="628"/>
                    </a:lnTo>
                    <a:lnTo>
                      <a:pt x="91" y="726"/>
                    </a:lnTo>
                    <a:lnTo>
                      <a:pt x="231" y="654"/>
                    </a:lnTo>
                    <a:lnTo>
                      <a:pt x="430" y="687"/>
                    </a:lnTo>
                    <a:lnTo>
                      <a:pt x="504" y="850"/>
                    </a:lnTo>
                    <a:lnTo>
                      <a:pt x="347" y="1020"/>
                    </a:lnTo>
                    <a:lnTo>
                      <a:pt x="529" y="1144"/>
                    </a:lnTo>
                    <a:lnTo>
                      <a:pt x="727" y="1105"/>
                    </a:lnTo>
                    <a:lnTo>
                      <a:pt x="901" y="1216"/>
                    </a:lnTo>
                    <a:lnTo>
                      <a:pt x="1256" y="1229"/>
                    </a:lnTo>
                    <a:lnTo>
                      <a:pt x="1611" y="1425"/>
                    </a:lnTo>
                    <a:lnTo>
                      <a:pt x="1694" y="1673"/>
                    </a:lnTo>
                    <a:lnTo>
                      <a:pt x="1619" y="2118"/>
                    </a:lnTo>
                    <a:lnTo>
                      <a:pt x="1694" y="2268"/>
                    </a:lnTo>
                    <a:lnTo>
                      <a:pt x="2132" y="2242"/>
                    </a:lnTo>
                    <a:lnTo>
                      <a:pt x="2289" y="2366"/>
                    </a:lnTo>
                    <a:lnTo>
                      <a:pt x="2594" y="2046"/>
                    </a:lnTo>
                    <a:lnTo>
                      <a:pt x="2537" y="1817"/>
                    </a:lnTo>
                    <a:lnTo>
                      <a:pt x="2818" y="1673"/>
                    </a:lnTo>
                    <a:lnTo>
                      <a:pt x="3016" y="1719"/>
                    </a:lnTo>
                    <a:lnTo>
                      <a:pt x="3280" y="1615"/>
                    </a:lnTo>
                    <a:lnTo>
                      <a:pt x="3405" y="1174"/>
                    </a:lnTo>
                    <a:lnTo>
                      <a:pt x="3643" y="922"/>
                    </a:lnTo>
                    <a:lnTo>
                      <a:pt x="3966" y="896"/>
                    </a:lnTo>
                    <a:lnTo>
                      <a:pt x="3908" y="733"/>
                    </a:lnTo>
                    <a:lnTo>
                      <a:pt x="3669" y="563"/>
                    </a:lnTo>
                    <a:lnTo>
                      <a:pt x="3817" y="210"/>
                    </a:lnTo>
                    <a:lnTo>
                      <a:pt x="3590" y="0"/>
                    </a:lnTo>
                  </a:path>
                </a:pathLst>
              </a:custGeom>
              <a:noFill/>
              <a:ln w="1650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9" name="Google Shape;259;p72"/>
              <p:cNvSpPr/>
              <p:nvPr/>
            </p:nvSpPr>
            <p:spPr>
              <a:xfrm>
                <a:off x="20" y="1069"/>
                <a:ext cx="5732" cy="3107"/>
              </a:xfrm>
              <a:custGeom>
                <a:avLst/>
                <a:gdLst/>
                <a:ahLst/>
                <a:cxnLst/>
                <a:rect l="l" t="t" r="r" b="b"/>
                <a:pathLst>
                  <a:path w="5732" h="3107" extrusionOk="0">
                    <a:moveTo>
                      <a:pt x="81" y="0"/>
                    </a:moveTo>
                    <a:lnTo>
                      <a:pt x="133" y="328"/>
                    </a:lnTo>
                    <a:lnTo>
                      <a:pt x="0" y="666"/>
                    </a:lnTo>
                    <a:lnTo>
                      <a:pt x="83" y="1221"/>
                    </a:lnTo>
                    <a:lnTo>
                      <a:pt x="413" y="1515"/>
                    </a:lnTo>
                    <a:lnTo>
                      <a:pt x="881" y="1700"/>
                    </a:lnTo>
                    <a:lnTo>
                      <a:pt x="1440" y="1651"/>
                    </a:lnTo>
                    <a:lnTo>
                      <a:pt x="1755" y="1940"/>
                    </a:lnTo>
                    <a:lnTo>
                      <a:pt x="1653" y="2126"/>
                    </a:lnTo>
                    <a:lnTo>
                      <a:pt x="1136" y="2142"/>
                    </a:lnTo>
                    <a:lnTo>
                      <a:pt x="911" y="2021"/>
                    </a:lnTo>
                    <a:lnTo>
                      <a:pt x="739" y="2142"/>
                    </a:lnTo>
                    <a:lnTo>
                      <a:pt x="954" y="2524"/>
                    </a:lnTo>
                    <a:lnTo>
                      <a:pt x="973" y="2905"/>
                    </a:lnTo>
                    <a:lnTo>
                      <a:pt x="1511" y="3107"/>
                    </a:lnTo>
                    <a:lnTo>
                      <a:pt x="1644" y="2922"/>
                    </a:lnTo>
                    <a:lnTo>
                      <a:pt x="2077" y="2797"/>
                    </a:lnTo>
                    <a:lnTo>
                      <a:pt x="2610" y="2962"/>
                    </a:lnTo>
                    <a:lnTo>
                      <a:pt x="3222" y="2812"/>
                    </a:lnTo>
                    <a:lnTo>
                      <a:pt x="3443" y="2922"/>
                    </a:lnTo>
                    <a:lnTo>
                      <a:pt x="3861" y="2648"/>
                    </a:lnTo>
                    <a:lnTo>
                      <a:pt x="4125" y="2311"/>
                    </a:lnTo>
                    <a:lnTo>
                      <a:pt x="4369" y="2318"/>
                    </a:lnTo>
                    <a:lnTo>
                      <a:pt x="4554" y="2445"/>
                    </a:lnTo>
                    <a:lnTo>
                      <a:pt x="5015" y="2142"/>
                    </a:lnTo>
                    <a:lnTo>
                      <a:pt x="5404" y="2185"/>
                    </a:lnTo>
                    <a:lnTo>
                      <a:pt x="5732" y="2069"/>
                    </a:lnTo>
                  </a:path>
                </a:pathLst>
              </a:custGeom>
              <a:noFill/>
              <a:ln w="1650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0" name="Google Shape;260;p72"/>
              <p:cNvSpPr/>
              <p:nvPr/>
            </p:nvSpPr>
            <p:spPr>
              <a:xfrm>
                <a:off x="242" y="1145"/>
                <a:ext cx="5512" cy="2760"/>
              </a:xfrm>
              <a:custGeom>
                <a:avLst/>
                <a:gdLst/>
                <a:ahLst/>
                <a:cxnLst/>
                <a:rect l="l" t="t" r="r" b="b"/>
                <a:pathLst>
                  <a:path w="5512" h="2760" extrusionOk="0">
                    <a:moveTo>
                      <a:pt x="240" y="0"/>
                    </a:moveTo>
                    <a:lnTo>
                      <a:pt x="0" y="336"/>
                    </a:lnTo>
                    <a:lnTo>
                      <a:pt x="82" y="821"/>
                    </a:lnTo>
                    <a:lnTo>
                      <a:pt x="243" y="873"/>
                    </a:lnTo>
                    <a:lnTo>
                      <a:pt x="473" y="1087"/>
                    </a:lnTo>
                    <a:lnTo>
                      <a:pt x="557" y="1441"/>
                    </a:lnTo>
                    <a:lnTo>
                      <a:pt x="839" y="1499"/>
                    </a:lnTo>
                    <a:lnTo>
                      <a:pt x="1258" y="1349"/>
                    </a:lnTo>
                    <a:lnTo>
                      <a:pt x="1307" y="1493"/>
                    </a:lnTo>
                    <a:lnTo>
                      <a:pt x="1621" y="1513"/>
                    </a:lnTo>
                    <a:lnTo>
                      <a:pt x="1862" y="1865"/>
                    </a:lnTo>
                    <a:lnTo>
                      <a:pt x="1668" y="2166"/>
                    </a:lnTo>
                    <a:lnTo>
                      <a:pt x="1308" y="2217"/>
                    </a:lnTo>
                    <a:lnTo>
                      <a:pt x="992" y="2172"/>
                    </a:lnTo>
                    <a:lnTo>
                      <a:pt x="903" y="2244"/>
                    </a:lnTo>
                    <a:lnTo>
                      <a:pt x="1008" y="2415"/>
                    </a:lnTo>
                    <a:lnTo>
                      <a:pt x="992" y="2538"/>
                    </a:lnTo>
                    <a:lnTo>
                      <a:pt x="1137" y="2760"/>
                    </a:lnTo>
                    <a:lnTo>
                      <a:pt x="1661" y="2623"/>
                    </a:lnTo>
                    <a:lnTo>
                      <a:pt x="1725" y="2492"/>
                    </a:lnTo>
                    <a:lnTo>
                      <a:pt x="1895" y="2551"/>
                    </a:lnTo>
                    <a:lnTo>
                      <a:pt x="2338" y="2448"/>
                    </a:lnTo>
                    <a:lnTo>
                      <a:pt x="2443" y="2714"/>
                    </a:lnTo>
                    <a:lnTo>
                      <a:pt x="2870" y="2541"/>
                    </a:lnTo>
                    <a:lnTo>
                      <a:pt x="3264" y="2591"/>
                    </a:lnTo>
                    <a:lnTo>
                      <a:pt x="3522" y="2427"/>
                    </a:lnTo>
                    <a:lnTo>
                      <a:pt x="3594" y="2081"/>
                    </a:lnTo>
                    <a:lnTo>
                      <a:pt x="4013" y="2087"/>
                    </a:lnTo>
                    <a:lnTo>
                      <a:pt x="4070" y="1924"/>
                    </a:lnTo>
                    <a:lnTo>
                      <a:pt x="4239" y="1931"/>
                    </a:lnTo>
                    <a:lnTo>
                      <a:pt x="4465" y="2094"/>
                    </a:lnTo>
                    <a:lnTo>
                      <a:pt x="4836" y="1814"/>
                    </a:lnTo>
                    <a:lnTo>
                      <a:pt x="5225" y="1785"/>
                    </a:lnTo>
                    <a:lnTo>
                      <a:pt x="5367" y="1571"/>
                    </a:lnTo>
                    <a:lnTo>
                      <a:pt x="5512" y="1585"/>
                    </a:lnTo>
                  </a:path>
                </a:pathLst>
              </a:custGeom>
              <a:noFill/>
              <a:ln w="152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1" name="Google Shape;261;p72"/>
              <p:cNvSpPr/>
              <p:nvPr/>
            </p:nvSpPr>
            <p:spPr>
              <a:xfrm>
                <a:off x="4840" y="984"/>
                <a:ext cx="790" cy="1189"/>
              </a:xfrm>
              <a:custGeom>
                <a:avLst/>
                <a:gdLst/>
                <a:ahLst/>
                <a:cxnLst/>
                <a:rect l="l" t="t" r="r" b="b"/>
                <a:pathLst>
                  <a:path w="790" h="1189" extrusionOk="0">
                    <a:moveTo>
                      <a:pt x="139" y="0"/>
                    </a:moveTo>
                    <a:lnTo>
                      <a:pt x="210" y="233"/>
                    </a:lnTo>
                    <a:lnTo>
                      <a:pt x="159" y="643"/>
                    </a:lnTo>
                    <a:lnTo>
                      <a:pt x="454" y="771"/>
                    </a:lnTo>
                    <a:lnTo>
                      <a:pt x="605" y="1046"/>
                    </a:lnTo>
                    <a:lnTo>
                      <a:pt x="790" y="1189"/>
                    </a:lnTo>
                    <a:lnTo>
                      <a:pt x="540" y="1111"/>
                    </a:lnTo>
                    <a:lnTo>
                      <a:pt x="363" y="883"/>
                    </a:lnTo>
                    <a:lnTo>
                      <a:pt x="139" y="852"/>
                    </a:lnTo>
                    <a:lnTo>
                      <a:pt x="0" y="499"/>
                    </a:lnTo>
                    <a:lnTo>
                      <a:pt x="48" y="209"/>
                    </a:lnTo>
                  </a:path>
                </a:pathLst>
              </a:custGeom>
              <a:noFill/>
              <a:ln w="152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2" name="Google Shape;262;p72"/>
              <p:cNvSpPr/>
              <p:nvPr/>
            </p:nvSpPr>
            <p:spPr>
              <a:xfrm>
                <a:off x="5173" y="896"/>
                <a:ext cx="579" cy="1117"/>
              </a:xfrm>
              <a:custGeom>
                <a:avLst/>
                <a:gdLst/>
                <a:ahLst/>
                <a:cxnLst/>
                <a:rect l="l" t="t" r="r" b="b"/>
                <a:pathLst>
                  <a:path w="579" h="1117" extrusionOk="0">
                    <a:moveTo>
                      <a:pt x="0" y="0"/>
                    </a:moveTo>
                    <a:lnTo>
                      <a:pt x="128" y="328"/>
                    </a:lnTo>
                    <a:lnTo>
                      <a:pt x="9" y="659"/>
                    </a:lnTo>
                    <a:lnTo>
                      <a:pt x="40" y="763"/>
                    </a:lnTo>
                    <a:lnTo>
                      <a:pt x="234" y="739"/>
                    </a:lnTo>
                    <a:lnTo>
                      <a:pt x="344" y="1055"/>
                    </a:lnTo>
                    <a:lnTo>
                      <a:pt x="579" y="1117"/>
                    </a:lnTo>
                  </a:path>
                </a:pathLst>
              </a:custGeom>
              <a:noFill/>
              <a:ln w="1650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3" name="Google Shape;263;p72"/>
              <p:cNvSpPr/>
              <p:nvPr/>
            </p:nvSpPr>
            <p:spPr>
              <a:xfrm>
                <a:off x="3291" y="968"/>
                <a:ext cx="2471" cy="2396"/>
              </a:xfrm>
              <a:custGeom>
                <a:avLst/>
                <a:gdLst/>
                <a:ahLst/>
                <a:cxnLst/>
                <a:rect l="l" t="t" r="r" b="b"/>
                <a:pathLst>
                  <a:path w="2471" h="2396" extrusionOk="0">
                    <a:moveTo>
                      <a:pt x="1118" y="0"/>
                    </a:moveTo>
                    <a:lnTo>
                      <a:pt x="1179" y="225"/>
                    </a:lnTo>
                    <a:lnTo>
                      <a:pt x="1393" y="339"/>
                    </a:lnTo>
                    <a:lnTo>
                      <a:pt x="1404" y="548"/>
                    </a:lnTo>
                    <a:lnTo>
                      <a:pt x="1342" y="732"/>
                    </a:lnTo>
                    <a:lnTo>
                      <a:pt x="1434" y="925"/>
                    </a:lnTo>
                    <a:lnTo>
                      <a:pt x="1455" y="1109"/>
                    </a:lnTo>
                    <a:lnTo>
                      <a:pt x="1311" y="1142"/>
                    </a:lnTo>
                    <a:lnTo>
                      <a:pt x="926" y="1384"/>
                    </a:lnTo>
                    <a:lnTo>
                      <a:pt x="975" y="1456"/>
                    </a:lnTo>
                    <a:lnTo>
                      <a:pt x="956" y="1624"/>
                    </a:lnTo>
                    <a:lnTo>
                      <a:pt x="782" y="1817"/>
                    </a:lnTo>
                    <a:lnTo>
                      <a:pt x="539" y="1978"/>
                    </a:lnTo>
                    <a:lnTo>
                      <a:pt x="152" y="2026"/>
                    </a:lnTo>
                    <a:lnTo>
                      <a:pt x="19" y="2251"/>
                    </a:lnTo>
                    <a:lnTo>
                      <a:pt x="0" y="2396"/>
                    </a:lnTo>
                    <a:lnTo>
                      <a:pt x="213" y="2179"/>
                    </a:lnTo>
                    <a:lnTo>
                      <a:pt x="629" y="2090"/>
                    </a:lnTo>
                    <a:lnTo>
                      <a:pt x="894" y="1906"/>
                    </a:lnTo>
                    <a:lnTo>
                      <a:pt x="1230" y="1986"/>
                    </a:lnTo>
                    <a:lnTo>
                      <a:pt x="1668" y="1906"/>
                    </a:lnTo>
                    <a:lnTo>
                      <a:pt x="1983" y="1745"/>
                    </a:lnTo>
                    <a:lnTo>
                      <a:pt x="2014" y="1600"/>
                    </a:lnTo>
                    <a:lnTo>
                      <a:pt x="2237" y="1496"/>
                    </a:lnTo>
                    <a:lnTo>
                      <a:pt x="2359" y="1552"/>
                    </a:lnTo>
                    <a:lnTo>
                      <a:pt x="2471" y="1479"/>
                    </a:lnTo>
                  </a:path>
                </a:pathLst>
              </a:custGeom>
              <a:noFill/>
              <a:ln w="1650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4" name="Google Shape;264;p72"/>
              <p:cNvSpPr/>
              <p:nvPr/>
            </p:nvSpPr>
            <p:spPr>
              <a:xfrm>
                <a:off x="2366" y="1067"/>
                <a:ext cx="1399" cy="1349"/>
              </a:xfrm>
              <a:custGeom>
                <a:avLst/>
                <a:gdLst/>
                <a:ahLst/>
                <a:cxnLst/>
                <a:rect l="l" t="t" r="r" b="b"/>
                <a:pathLst>
                  <a:path w="1399" h="1349" extrusionOk="0">
                    <a:moveTo>
                      <a:pt x="620" y="155"/>
                    </a:moveTo>
                    <a:lnTo>
                      <a:pt x="421" y="155"/>
                    </a:lnTo>
                    <a:lnTo>
                      <a:pt x="205" y="507"/>
                    </a:lnTo>
                    <a:lnTo>
                      <a:pt x="0" y="673"/>
                    </a:lnTo>
                    <a:lnTo>
                      <a:pt x="487" y="783"/>
                    </a:lnTo>
                    <a:lnTo>
                      <a:pt x="425" y="1009"/>
                    </a:lnTo>
                    <a:lnTo>
                      <a:pt x="617" y="1086"/>
                    </a:lnTo>
                    <a:lnTo>
                      <a:pt x="498" y="1349"/>
                    </a:lnTo>
                    <a:lnTo>
                      <a:pt x="961" y="1035"/>
                    </a:lnTo>
                    <a:lnTo>
                      <a:pt x="926" y="776"/>
                    </a:lnTo>
                    <a:lnTo>
                      <a:pt x="1181" y="749"/>
                    </a:lnTo>
                    <a:lnTo>
                      <a:pt x="1399" y="601"/>
                    </a:lnTo>
                    <a:lnTo>
                      <a:pt x="1315" y="416"/>
                    </a:lnTo>
                    <a:lnTo>
                      <a:pt x="1341" y="196"/>
                    </a:lnTo>
                    <a:lnTo>
                      <a:pt x="1171" y="164"/>
                    </a:lnTo>
                    <a:lnTo>
                      <a:pt x="928" y="0"/>
                    </a:lnTo>
                    <a:lnTo>
                      <a:pt x="620" y="155"/>
                    </a:lnTo>
                    <a:close/>
                  </a:path>
                </a:pathLst>
              </a:custGeom>
              <a:noFill/>
              <a:ln w="177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5" name="Google Shape;265;p72"/>
              <p:cNvSpPr/>
              <p:nvPr/>
            </p:nvSpPr>
            <p:spPr>
              <a:xfrm>
                <a:off x="4275" y="2031"/>
                <a:ext cx="1256" cy="810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810" extrusionOk="0">
                    <a:moveTo>
                      <a:pt x="719" y="183"/>
                    </a:moveTo>
                    <a:lnTo>
                      <a:pt x="760" y="33"/>
                    </a:lnTo>
                    <a:lnTo>
                      <a:pt x="884" y="0"/>
                    </a:lnTo>
                    <a:lnTo>
                      <a:pt x="983" y="78"/>
                    </a:lnTo>
                    <a:lnTo>
                      <a:pt x="1082" y="248"/>
                    </a:lnTo>
                    <a:lnTo>
                      <a:pt x="1256" y="229"/>
                    </a:lnTo>
                    <a:lnTo>
                      <a:pt x="1248" y="359"/>
                    </a:lnTo>
                    <a:lnTo>
                      <a:pt x="1016" y="431"/>
                    </a:lnTo>
                    <a:lnTo>
                      <a:pt x="879" y="417"/>
                    </a:lnTo>
                    <a:lnTo>
                      <a:pt x="719" y="481"/>
                    </a:lnTo>
                    <a:lnTo>
                      <a:pt x="591" y="633"/>
                    </a:lnTo>
                    <a:lnTo>
                      <a:pt x="423" y="537"/>
                    </a:lnTo>
                    <a:lnTo>
                      <a:pt x="256" y="810"/>
                    </a:lnTo>
                    <a:lnTo>
                      <a:pt x="66" y="764"/>
                    </a:lnTo>
                    <a:lnTo>
                      <a:pt x="0" y="601"/>
                    </a:lnTo>
                    <a:lnTo>
                      <a:pt x="157" y="483"/>
                    </a:lnTo>
                    <a:lnTo>
                      <a:pt x="248" y="281"/>
                    </a:lnTo>
                    <a:lnTo>
                      <a:pt x="438" y="150"/>
                    </a:lnTo>
                    <a:lnTo>
                      <a:pt x="719" y="189"/>
                    </a:lnTo>
                  </a:path>
                </a:pathLst>
              </a:custGeom>
              <a:noFill/>
              <a:ln w="177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6" name="Google Shape;266;p72"/>
              <p:cNvSpPr/>
              <p:nvPr/>
            </p:nvSpPr>
            <p:spPr>
              <a:xfrm>
                <a:off x="2914" y="3476"/>
                <a:ext cx="2848" cy="788"/>
              </a:xfrm>
              <a:custGeom>
                <a:avLst/>
                <a:gdLst/>
                <a:ahLst/>
                <a:cxnLst/>
                <a:rect l="l" t="t" r="r" b="b"/>
                <a:pathLst>
                  <a:path w="2848" h="788" extrusionOk="0">
                    <a:moveTo>
                      <a:pt x="2838" y="16"/>
                    </a:moveTo>
                    <a:lnTo>
                      <a:pt x="2493" y="0"/>
                    </a:lnTo>
                    <a:lnTo>
                      <a:pt x="2278" y="81"/>
                    </a:lnTo>
                    <a:lnTo>
                      <a:pt x="1936" y="44"/>
                    </a:lnTo>
                    <a:lnTo>
                      <a:pt x="1739" y="354"/>
                    </a:lnTo>
                    <a:lnTo>
                      <a:pt x="1600" y="212"/>
                    </a:lnTo>
                    <a:lnTo>
                      <a:pt x="1352" y="308"/>
                    </a:lnTo>
                    <a:lnTo>
                      <a:pt x="1445" y="515"/>
                    </a:lnTo>
                    <a:lnTo>
                      <a:pt x="1072" y="412"/>
                    </a:lnTo>
                    <a:lnTo>
                      <a:pt x="888" y="540"/>
                    </a:lnTo>
                    <a:lnTo>
                      <a:pt x="0" y="660"/>
                    </a:lnTo>
                    <a:lnTo>
                      <a:pt x="288" y="788"/>
                    </a:lnTo>
                    <a:lnTo>
                      <a:pt x="1040" y="676"/>
                    </a:lnTo>
                    <a:lnTo>
                      <a:pt x="1272" y="748"/>
                    </a:lnTo>
                    <a:lnTo>
                      <a:pt x="2096" y="691"/>
                    </a:lnTo>
                    <a:lnTo>
                      <a:pt x="2320" y="748"/>
                    </a:lnTo>
                    <a:lnTo>
                      <a:pt x="2456" y="596"/>
                    </a:lnTo>
                    <a:lnTo>
                      <a:pt x="2712" y="716"/>
                    </a:lnTo>
                    <a:lnTo>
                      <a:pt x="2716" y="339"/>
                    </a:lnTo>
                    <a:lnTo>
                      <a:pt x="2848" y="258"/>
                    </a:lnTo>
                  </a:path>
                </a:pathLst>
              </a:custGeom>
              <a:noFill/>
              <a:ln w="177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7" name="Google Shape;267;p72"/>
              <p:cNvSpPr/>
              <p:nvPr/>
            </p:nvSpPr>
            <p:spPr>
              <a:xfrm>
                <a:off x="5443" y="922"/>
                <a:ext cx="319" cy="854"/>
              </a:xfrm>
              <a:custGeom>
                <a:avLst/>
                <a:gdLst/>
                <a:ahLst/>
                <a:cxnLst/>
                <a:rect l="l" t="t" r="r" b="b"/>
                <a:pathLst>
                  <a:path w="319" h="854" extrusionOk="0">
                    <a:moveTo>
                      <a:pt x="0" y="0"/>
                    </a:moveTo>
                    <a:lnTo>
                      <a:pt x="106" y="313"/>
                    </a:lnTo>
                    <a:lnTo>
                      <a:pt x="106" y="634"/>
                    </a:lnTo>
                    <a:lnTo>
                      <a:pt x="268" y="854"/>
                    </a:lnTo>
                    <a:lnTo>
                      <a:pt x="278" y="577"/>
                    </a:lnTo>
                    <a:lnTo>
                      <a:pt x="238" y="400"/>
                    </a:lnTo>
                    <a:lnTo>
                      <a:pt x="319" y="240"/>
                    </a:lnTo>
                  </a:path>
                </a:pathLst>
              </a:custGeom>
              <a:noFill/>
              <a:ln w="177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8" name="Google Shape;268;p72"/>
              <p:cNvSpPr/>
              <p:nvPr/>
            </p:nvSpPr>
            <p:spPr>
              <a:xfrm>
                <a:off x="4954" y="3568"/>
                <a:ext cx="646" cy="392"/>
              </a:xfrm>
              <a:custGeom>
                <a:avLst/>
                <a:gdLst/>
                <a:ahLst/>
                <a:cxnLst/>
                <a:rect l="l" t="t" r="r" b="b"/>
                <a:pathLst>
                  <a:path w="646" h="392" extrusionOk="0">
                    <a:moveTo>
                      <a:pt x="504" y="0"/>
                    </a:moveTo>
                    <a:lnTo>
                      <a:pt x="320" y="61"/>
                    </a:lnTo>
                    <a:lnTo>
                      <a:pt x="238" y="109"/>
                    </a:lnTo>
                    <a:lnTo>
                      <a:pt x="144" y="216"/>
                    </a:lnTo>
                    <a:lnTo>
                      <a:pt x="0" y="392"/>
                    </a:lnTo>
                    <a:lnTo>
                      <a:pt x="360" y="263"/>
                    </a:lnTo>
                    <a:lnTo>
                      <a:pt x="432" y="182"/>
                    </a:lnTo>
                    <a:lnTo>
                      <a:pt x="646" y="142"/>
                    </a:lnTo>
                    <a:lnTo>
                      <a:pt x="504" y="0"/>
                    </a:lnTo>
                    <a:close/>
                  </a:path>
                </a:pathLst>
              </a:custGeom>
              <a:noFill/>
              <a:ln w="177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9" name="Google Shape;269;p72"/>
              <p:cNvSpPr/>
              <p:nvPr/>
            </p:nvSpPr>
            <p:spPr>
              <a:xfrm>
                <a:off x="50" y="2400"/>
                <a:ext cx="2736" cy="1920"/>
              </a:xfrm>
              <a:custGeom>
                <a:avLst/>
                <a:gdLst/>
                <a:ahLst/>
                <a:cxnLst/>
                <a:rect l="l" t="t" r="r" b="b"/>
                <a:pathLst>
                  <a:path w="2736" h="1920" extrusionOk="0">
                    <a:moveTo>
                      <a:pt x="0" y="0"/>
                    </a:moveTo>
                    <a:lnTo>
                      <a:pt x="96" y="336"/>
                    </a:lnTo>
                    <a:lnTo>
                      <a:pt x="384" y="384"/>
                    </a:lnTo>
                    <a:lnTo>
                      <a:pt x="576" y="720"/>
                    </a:lnTo>
                    <a:lnTo>
                      <a:pt x="528" y="960"/>
                    </a:lnTo>
                    <a:lnTo>
                      <a:pt x="672" y="1104"/>
                    </a:lnTo>
                    <a:lnTo>
                      <a:pt x="576" y="1392"/>
                    </a:lnTo>
                    <a:lnTo>
                      <a:pt x="624" y="1632"/>
                    </a:lnTo>
                    <a:lnTo>
                      <a:pt x="1488" y="1872"/>
                    </a:lnTo>
                    <a:lnTo>
                      <a:pt x="1680" y="1728"/>
                    </a:lnTo>
                    <a:lnTo>
                      <a:pt x="2208" y="1728"/>
                    </a:lnTo>
                    <a:lnTo>
                      <a:pt x="2304" y="1632"/>
                    </a:lnTo>
                    <a:lnTo>
                      <a:pt x="2736" y="1872"/>
                    </a:lnTo>
                    <a:lnTo>
                      <a:pt x="2640" y="1920"/>
                    </a:lnTo>
                    <a:lnTo>
                      <a:pt x="2304" y="1824"/>
                    </a:lnTo>
                    <a:lnTo>
                      <a:pt x="2160" y="1872"/>
                    </a:lnTo>
                    <a:lnTo>
                      <a:pt x="1632" y="1920"/>
                    </a:lnTo>
                    <a:lnTo>
                      <a:pt x="1440" y="1920"/>
                    </a:lnTo>
                    <a:lnTo>
                      <a:pt x="480" y="1824"/>
                    </a:lnTo>
                    <a:lnTo>
                      <a:pt x="192" y="1872"/>
                    </a:lnTo>
                    <a:lnTo>
                      <a:pt x="96" y="1680"/>
                    </a:lnTo>
                    <a:lnTo>
                      <a:pt x="288" y="1440"/>
                    </a:lnTo>
                    <a:lnTo>
                      <a:pt x="336" y="1104"/>
                    </a:lnTo>
                    <a:lnTo>
                      <a:pt x="144" y="864"/>
                    </a:lnTo>
                    <a:lnTo>
                      <a:pt x="240" y="624"/>
                    </a:lnTo>
                    <a:lnTo>
                      <a:pt x="48" y="5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70" name="Google Shape;270;p72"/>
            <p:cNvGrpSpPr/>
            <p:nvPr/>
          </p:nvGrpSpPr>
          <p:grpSpPr>
            <a:xfrm>
              <a:off x="3" y="2293"/>
              <a:ext cx="1382" cy="1698"/>
              <a:chOff x="3" y="2293"/>
              <a:chExt cx="1382" cy="1698"/>
            </a:xfrm>
          </p:grpSpPr>
          <p:sp>
            <p:nvSpPr>
              <p:cNvPr id="271" name="Google Shape;271;p72"/>
              <p:cNvSpPr txBox="1"/>
              <p:nvPr/>
            </p:nvSpPr>
            <p:spPr>
              <a:xfrm rot="6780000">
                <a:off x="63" y="3881"/>
                <a:ext cx="75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2" name="Google Shape;272;p72"/>
              <p:cNvSpPr txBox="1"/>
              <p:nvPr/>
            </p:nvSpPr>
            <p:spPr>
              <a:xfrm rot="6780000">
                <a:off x="33" y="3879"/>
                <a:ext cx="75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3" name="Google Shape;273;p72"/>
              <p:cNvSpPr txBox="1"/>
              <p:nvPr/>
            </p:nvSpPr>
            <p:spPr>
              <a:xfrm rot="6780000">
                <a:off x="7" y="3873"/>
                <a:ext cx="75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4" name="Google Shape;274;p72"/>
              <p:cNvSpPr txBox="1"/>
              <p:nvPr/>
            </p:nvSpPr>
            <p:spPr>
              <a:xfrm rot="5940000">
                <a:off x="209" y="3883"/>
                <a:ext cx="69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5" name="Google Shape;275;p72"/>
              <p:cNvSpPr txBox="1"/>
              <p:nvPr/>
            </p:nvSpPr>
            <p:spPr>
              <a:xfrm rot="5940000">
                <a:off x="183" y="3887"/>
                <a:ext cx="69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6" name="Google Shape;276;p72"/>
              <p:cNvSpPr txBox="1"/>
              <p:nvPr/>
            </p:nvSpPr>
            <p:spPr>
              <a:xfrm rot="6240000">
                <a:off x="153" y="3887"/>
                <a:ext cx="69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7" name="Google Shape;277;p72"/>
              <p:cNvSpPr txBox="1"/>
              <p:nvPr/>
            </p:nvSpPr>
            <p:spPr>
              <a:xfrm rot="6180000">
                <a:off x="123" y="3885"/>
                <a:ext cx="69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8" name="Google Shape;278;p72"/>
              <p:cNvSpPr txBox="1"/>
              <p:nvPr/>
            </p:nvSpPr>
            <p:spPr>
              <a:xfrm rot="5340000">
                <a:off x="363" y="3867"/>
                <a:ext cx="69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9" name="Google Shape;279;p72"/>
              <p:cNvSpPr txBox="1"/>
              <p:nvPr/>
            </p:nvSpPr>
            <p:spPr>
              <a:xfrm rot="5340000">
                <a:off x="333" y="3871"/>
                <a:ext cx="69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0" name="Google Shape;280;p72"/>
              <p:cNvSpPr txBox="1"/>
              <p:nvPr/>
            </p:nvSpPr>
            <p:spPr>
              <a:xfrm rot="5580000">
                <a:off x="303" y="3875"/>
                <a:ext cx="69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1" name="Google Shape;281;p72"/>
              <p:cNvSpPr txBox="1"/>
              <p:nvPr/>
            </p:nvSpPr>
            <p:spPr>
              <a:xfrm rot="5700000">
                <a:off x="271" y="3881"/>
                <a:ext cx="69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2" name="Google Shape;282;p72"/>
              <p:cNvSpPr txBox="1"/>
              <p:nvPr/>
            </p:nvSpPr>
            <p:spPr>
              <a:xfrm rot="4680000">
                <a:off x="517" y="3827"/>
                <a:ext cx="63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3" name="Google Shape;283;p72"/>
              <p:cNvSpPr txBox="1"/>
              <p:nvPr/>
            </p:nvSpPr>
            <p:spPr>
              <a:xfrm rot="4920000">
                <a:off x="486" y="3833"/>
                <a:ext cx="63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4" name="Google Shape;284;p72"/>
              <p:cNvSpPr txBox="1"/>
              <p:nvPr/>
            </p:nvSpPr>
            <p:spPr>
              <a:xfrm rot="4920000">
                <a:off x="456" y="3847"/>
                <a:ext cx="63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5" name="Google Shape;285;p72"/>
              <p:cNvSpPr txBox="1"/>
              <p:nvPr/>
            </p:nvSpPr>
            <p:spPr>
              <a:xfrm rot="5040000">
                <a:off x="427" y="3849"/>
                <a:ext cx="63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6" name="Google Shape;286;p72"/>
              <p:cNvSpPr txBox="1"/>
              <p:nvPr/>
            </p:nvSpPr>
            <p:spPr>
              <a:xfrm rot="3780000">
                <a:off x="664" y="3761"/>
                <a:ext cx="63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7" name="Google Shape;287;p72"/>
              <p:cNvSpPr txBox="1"/>
              <p:nvPr/>
            </p:nvSpPr>
            <p:spPr>
              <a:xfrm rot="3780000">
                <a:off x="634" y="3779"/>
                <a:ext cx="63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8" name="Google Shape;288;p72"/>
              <p:cNvSpPr txBox="1"/>
              <p:nvPr/>
            </p:nvSpPr>
            <p:spPr>
              <a:xfrm rot="4080000">
                <a:off x="606" y="3789"/>
                <a:ext cx="63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9" name="Google Shape;289;p72"/>
              <p:cNvSpPr txBox="1"/>
              <p:nvPr/>
            </p:nvSpPr>
            <p:spPr>
              <a:xfrm rot="4320000">
                <a:off x="575" y="3803"/>
                <a:ext cx="63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0" name="Google Shape;290;p72"/>
              <p:cNvSpPr txBox="1"/>
              <p:nvPr/>
            </p:nvSpPr>
            <p:spPr>
              <a:xfrm rot="3360000">
                <a:off x="800" y="3681"/>
                <a:ext cx="63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1" name="Google Shape;291;p72"/>
              <p:cNvSpPr txBox="1"/>
              <p:nvPr/>
            </p:nvSpPr>
            <p:spPr>
              <a:xfrm rot="3360000">
                <a:off x="772" y="3697"/>
                <a:ext cx="63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2" name="Google Shape;292;p72"/>
              <p:cNvSpPr txBox="1"/>
              <p:nvPr/>
            </p:nvSpPr>
            <p:spPr>
              <a:xfrm rot="3360000">
                <a:off x="746" y="3715"/>
                <a:ext cx="63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3" name="Google Shape;293;p72"/>
              <p:cNvSpPr txBox="1"/>
              <p:nvPr/>
            </p:nvSpPr>
            <p:spPr>
              <a:xfrm rot="3780000">
                <a:off x="717" y="3733"/>
                <a:ext cx="63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4" name="Google Shape;294;p72"/>
              <p:cNvSpPr txBox="1"/>
              <p:nvPr/>
            </p:nvSpPr>
            <p:spPr>
              <a:xfrm rot="2280000">
                <a:off x="923" y="3587"/>
                <a:ext cx="69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5" name="Google Shape;295;p72"/>
              <p:cNvSpPr txBox="1"/>
              <p:nvPr/>
            </p:nvSpPr>
            <p:spPr>
              <a:xfrm rot="2280000">
                <a:off x="899" y="3606"/>
                <a:ext cx="69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6" name="Google Shape;296;p72"/>
              <p:cNvSpPr txBox="1"/>
              <p:nvPr/>
            </p:nvSpPr>
            <p:spPr>
              <a:xfrm rot="2700000">
                <a:off x="905" y="3597"/>
                <a:ext cx="12" cy="69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7" name="Google Shape;297;p72"/>
              <p:cNvSpPr txBox="1"/>
              <p:nvPr/>
            </p:nvSpPr>
            <p:spPr>
              <a:xfrm rot="2700000">
                <a:off x="876" y="3618"/>
                <a:ext cx="12" cy="63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8" name="Google Shape;298;p72"/>
              <p:cNvSpPr txBox="1"/>
              <p:nvPr/>
            </p:nvSpPr>
            <p:spPr>
              <a:xfrm rot="1500000">
                <a:off x="1027" y="3473"/>
                <a:ext cx="69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9" name="Google Shape;299;p72"/>
              <p:cNvSpPr txBox="1"/>
              <p:nvPr/>
            </p:nvSpPr>
            <p:spPr>
              <a:xfrm rot="1500000">
                <a:off x="1009" y="3497"/>
                <a:ext cx="69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0" name="Google Shape;300;p72"/>
              <p:cNvSpPr txBox="1"/>
              <p:nvPr/>
            </p:nvSpPr>
            <p:spPr>
              <a:xfrm rot="1740000">
                <a:off x="990" y="3519"/>
                <a:ext cx="69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1" name="Google Shape;301;p72"/>
              <p:cNvSpPr txBox="1"/>
              <p:nvPr/>
            </p:nvSpPr>
            <p:spPr>
              <a:xfrm rot="1740000">
                <a:off x="969" y="3544"/>
                <a:ext cx="69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2" name="Google Shape;302;p72"/>
              <p:cNvSpPr txBox="1"/>
              <p:nvPr/>
            </p:nvSpPr>
            <p:spPr>
              <a:xfrm rot="840000">
                <a:off x="1113" y="3355"/>
                <a:ext cx="75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3" name="Google Shape;303;p72"/>
              <p:cNvSpPr txBox="1"/>
              <p:nvPr/>
            </p:nvSpPr>
            <p:spPr>
              <a:xfrm rot="840000">
                <a:off x="1100" y="3378"/>
                <a:ext cx="69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4" name="Google Shape;304;p72"/>
              <p:cNvSpPr txBox="1"/>
              <p:nvPr/>
            </p:nvSpPr>
            <p:spPr>
              <a:xfrm rot="1260000">
                <a:off x="1086" y="3404"/>
                <a:ext cx="69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5" name="Google Shape;305;p72"/>
              <p:cNvSpPr txBox="1"/>
              <p:nvPr/>
            </p:nvSpPr>
            <p:spPr>
              <a:xfrm rot="1260000">
                <a:off x="1064" y="3425"/>
                <a:ext cx="69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6" name="Google Shape;306;p72"/>
              <p:cNvSpPr txBox="1"/>
              <p:nvPr/>
            </p:nvSpPr>
            <p:spPr>
              <a:xfrm rot="420000">
                <a:off x="1172" y="3225"/>
                <a:ext cx="81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7" name="Google Shape;307;p72"/>
              <p:cNvSpPr txBox="1"/>
              <p:nvPr/>
            </p:nvSpPr>
            <p:spPr>
              <a:xfrm rot="540000">
                <a:off x="1162" y="3250"/>
                <a:ext cx="81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8" name="Google Shape;308;p72"/>
              <p:cNvSpPr txBox="1"/>
              <p:nvPr/>
            </p:nvSpPr>
            <p:spPr>
              <a:xfrm rot="720000">
                <a:off x="1154" y="3276"/>
                <a:ext cx="81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9" name="Google Shape;309;p72"/>
              <p:cNvSpPr txBox="1"/>
              <p:nvPr/>
            </p:nvSpPr>
            <p:spPr>
              <a:xfrm rot="720000">
                <a:off x="1141" y="3304"/>
                <a:ext cx="75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0" name="Google Shape;310;p72"/>
              <p:cNvSpPr txBox="1"/>
              <p:nvPr/>
            </p:nvSpPr>
            <p:spPr>
              <a:xfrm rot="-300000">
                <a:off x="1211" y="3096"/>
                <a:ext cx="81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1" name="Google Shape;311;p72"/>
              <p:cNvSpPr txBox="1"/>
              <p:nvPr/>
            </p:nvSpPr>
            <p:spPr>
              <a:xfrm rot="-60000">
                <a:off x="1201" y="3122"/>
                <a:ext cx="81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2" name="Google Shape;312;p72"/>
              <p:cNvSpPr txBox="1"/>
              <p:nvPr/>
            </p:nvSpPr>
            <p:spPr>
              <a:xfrm rot="-60000">
                <a:off x="1200" y="3147"/>
                <a:ext cx="81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3" name="Google Shape;313;p72"/>
              <p:cNvSpPr txBox="1"/>
              <p:nvPr/>
            </p:nvSpPr>
            <p:spPr>
              <a:xfrm rot="180000">
                <a:off x="1189" y="3173"/>
                <a:ext cx="81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4" name="Google Shape;314;p72"/>
              <p:cNvSpPr txBox="1"/>
              <p:nvPr/>
            </p:nvSpPr>
            <p:spPr>
              <a:xfrm rot="-720000">
                <a:off x="1219" y="2965"/>
                <a:ext cx="86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5" name="Google Shape;315;p72"/>
              <p:cNvSpPr txBox="1"/>
              <p:nvPr/>
            </p:nvSpPr>
            <p:spPr>
              <a:xfrm rot="-540000">
                <a:off x="1220" y="2991"/>
                <a:ext cx="86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6" name="Google Shape;316;p72"/>
              <p:cNvSpPr txBox="1"/>
              <p:nvPr/>
            </p:nvSpPr>
            <p:spPr>
              <a:xfrm rot="-540000">
                <a:off x="1220" y="3015"/>
                <a:ext cx="86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7" name="Google Shape;317;p72"/>
              <p:cNvSpPr txBox="1"/>
              <p:nvPr/>
            </p:nvSpPr>
            <p:spPr>
              <a:xfrm rot="-300000">
                <a:off x="1219" y="3041"/>
                <a:ext cx="81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8" name="Google Shape;318;p72"/>
              <p:cNvSpPr txBox="1"/>
              <p:nvPr/>
            </p:nvSpPr>
            <p:spPr>
              <a:xfrm rot="-1140000">
                <a:off x="1207" y="2843"/>
                <a:ext cx="86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9" name="Google Shape;319;p72"/>
              <p:cNvSpPr txBox="1"/>
              <p:nvPr/>
            </p:nvSpPr>
            <p:spPr>
              <a:xfrm rot="-1020000">
                <a:off x="1213" y="2864"/>
                <a:ext cx="86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0" name="Google Shape;320;p72"/>
              <p:cNvSpPr txBox="1"/>
              <p:nvPr/>
            </p:nvSpPr>
            <p:spPr>
              <a:xfrm rot="-1020000">
                <a:off x="1216" y="2888"/>
                <a:ext cx="86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1" name="Google Shape;321;p72"/>
              <p:cNvSpPr txBox="1"/>
              <p:nvPr/>
            </p:nvSpPr>
            <p:spPr>
              <a:xfrm rot="-840000">
                <a:off x="1219" y="2915"/>
                <a:ext cx="86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2" name="Google Shape;322;p72"/>
              <p:cNvSpPr txBox="1"/>
              <p:nvPr/>
            </p:nvSpPr>
            <p:spPr>
              <a:xfrm rot="-1560000">
                <a:off x="1165" y="2727"/>
                <a:ext cx="86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3" name="Google Shape;323;p72"/>
              <p:cNvSpPr txBox="1"/>
              <p:nvPr/>
            </p:nvSpPr>
            <p:spPr>
              <a:xfrm rot="-1380000">
                <a:off x="1176" y="2752"/>
                <a:ext cx="86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4" name="Google Shape;324;p72"/>
              <p:cNvSpPr txBox="1"/>
              <p:nvPr/>
            </p:nvSpPr>
            <p:spPr>
              <a:xfrm rot="-1380000">
                <a:off x="1184" y="2775"/>
                <a:ext cx="86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5" name="Google Shape;325;p72"/>
              <p:cNvSpPr txBox="1"/>
              <p:nvPr/>
            </p:nvSpPr>
            <p:spPr>
              <a:xfrm rot="-1380000">
                <a:off x="1194" y="2795"/>
                <a:ext cx="86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6" name="Google Shape;326;p72"/>
              <p:cNvSpPr txBox="1"/>
              <p:nvPr/>
            </p:nvSpPr>
            <p:spPr>
              <a:xfrm rot="-1980000">
                <a:off x="1101" y="2628"/>
                <a:ext cx="86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7" name="Google Shape;327;p72"/>
              <p:cNvSpPr txBox="1"/>
              <p:nvPr/>
            </p:nvSpPr>
            <p:spPr>
              <a:xfrm rot="-1860000">
                <a:off x="1114" y="2645"/>
                <a:ext cx="86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8" name="Google Shape;328;p72"/>
              <p:cNvSpPr txBox="1"/>
              <p:nvPr/>
            </p:nvSpPr>
            <p:spPr>
              <a:xfrm rot="-1800000">
                <a:off x="1129" y="2667"/>
                <a:ext cx="86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9" name="Google Shape;329;p72"/>
              <p:cNvSpPr txBox="1"/>
              <p:nvPr/>
            </p:nvSpPr>
            <p:spPr>
              <a:xfrm rot="-1800000">
                <a:off x="1142" y="2684"/>
                <a:ext cx="86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0" name="Google Shape;330;p72"/>
              <p:cNvSpPr txBox="1"/>
              <p:nvPr/>
            </p:nvSpPr>
            <p:spPr>
              <a:xfrm rot="-2520000">
                <a:off x="1014" y="2538"/>
                <a:ext cx="86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1" name="Google Shape;331;p72"/>
              <p:cNvSpPr txBox="1"/>
              <p:nvPr/>
            </p:nvSpPr>
            <p:spPr>
              <a:xfrm rot="-2520000">
                <a:off x="1035" y="2557"/>
                <a:ext cx="86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2" name="Google Shape;332;p72"/>
              <p:cNvSpPr txBox="1"/>
              <p:nvPr/>
            </p:nvSpPr>
            <p:spPr>
              <a:xfrm rot="-2520000">
                <a:off x="1050" y="2574"/>
                <a:ext cx="86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3" name="Google Shape;333;p72"/>
              <p:cNvSpPr txBox="1"/>
              <p:nvPr/>
            </p:nvSpPr>
            <p:spPr>
              <a:xfrm rot="-2400000">
                <a:off x="1068" y="2590"/>
                <a:ext cx="86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4" name="Google Shape;334;p72"/>
              <p:cNvSpPr/>
              <p:nvPr/>
            </p:nvSpPr>
            <p:spPr>
              <a:xfrm>
                <a:off x="486" y="2563"/>
                <a:ext cx="180" cy="151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51" extrusionOk="0">
                    <a:moveTo>
                      <a:pt x="0" y="144"/>
                    </a:moveTo>
                    <a:lnTo>
                      <a:pt x="28" y="147"/>
                    </a:lnTo>
                    <a:lnTo>
                      <a:pt x="64" y="46"/>
                    </a:lnTo>
                    <a:lnTo>
                      <a:pt x="94" y="151"/>
                    </a:lnTo>
                    <a:lnTo>
                      <a:pt x="129" y="151"/>
                    </a:lnTo>
                    <a:lnTo>
                      <a:pt x="180" y="9"/>
                    </a:lnTo>
                    <a:lnTo>
                      <a:pt x="148" y="10"/>
                    </a:lnTo>
                    <a:lnTo>
                      <a:pt x="112" y="112"/>
                    </a:lnTo>
                    <a:lnTo>
                      <a:pt x="79" y="0"/>
                    </a:lnTo>
                    <a:lnTo>
                      <a:pt x="48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5" name="Google Shape;335;p72"/>
              <p:cNvSpPr txBox="1"/>
              <p:nvPr/>
            </p:nvSpPr>
            <p:spPr>
              <a:xfrm rot="6540000">
                <a:off x="-217" y="3138"/>
                <a:ext cx="1226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6" name="Google Shape;336;p72"/>
              <p:cNvSpPr txBox="1"/>
              <p:nvPr/>
            </p:nvSpPr>
            <p:spPr>
              <a:xfrm rot="180000">
                <a:off x="4" y="3146"/>
                <a:ext cx="1031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7" name="Google Shape;337;p72"/>
              <p:cNvSpPr txBox="1"/>
              <p:nvPr/>
            </p:nvSpPr>
            <p:spPr>
              <a:xfrm rot="-3000000">
                <a:off x="907" y="2471"/>
                <a:ext cx="81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8" name="Google Shape;338;p72"/>
              <p:cNvSpPr txBox="1"/>
              <p:nvPr/>
            </p:nvSpPr>
            <p:spPr>
              <a:xfrm rot="-3000000">
                <a:off x="930" y="2485"/>
                <a:ext cx="81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9" name="Google Shape;339;p72"/>
              <p:cNvSpPr txBox="1"/>
              <p:nvPr/>
            </p:nvSpPr>
            <p:spPr>
              <a:xfrm rot="-3000000">
                <a:off x="954" y="2497"/>
                <a:ext cx="86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0" name="Google Shape;340;p72"/>
              <p:cNvSpPr txBox="1"/>
              <p:nvPr/>
            </p:nvSpPr>
            <p:spPr>
              <a:xfrm rot="-2700000">
                <a:off x="974" y="2509"/>
                <a:ext cx="86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1" name="Google Shape;341;p72"/>
              <p:cNvSpPr txBox="1"/>
              <p:nvPr/>
            </p:nvSpPr>
            <p:spPr>
              <a:xfrm rot="-3660000">
                <a:off x="788" y="2425"/>
                <a:ext cx="75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2" name="Google Shape;342;p72"/>
              <p:cNvSpPr txBox="1"/>
              <p:nvPr/>
            </p:nvSpPr>
            <p:spPr>
              <a:xfrm rot="-3660000">
                <a:off x="815" y="2433"/>
                <a:ext cx="75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3" name="Google Shape;343;p72"/>
              <p:cNvSpPr txBox="1"/>
              <p:nvPr/>
            </p:nvSpPr>
            <p:spPr>
              <a:xfrm rot="-3540000">
                <a:off x="837" y="2439"/>
                <a:ext cx="81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4" name="Google Shape;344;p72"/>
              <p:cNvSpPr txBox="1"/>
              <p:nvPr/>
            </p:nvSpPr>
            <p:spPr>
              <a:xfrm rot="-3240000">
                <a:off x="862" y="2451"/>
                <a:ext cx="81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5" name="Google Shape;345;p72"/>
              <p:cNvSpPr txBox="1"/>
              <p:nvPr/>
            </p:nvSpPr>
            <p:spPr>
              <a:xfrm rot="-4380000">
                <a:off x="649" y="2395"/>
                <a:ext cx="75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6" name="Google Shape;346;p72"/>
              <p:cNvSpPr txBox="1"/>
              <p:nvPr/>
            </p:nvSpPr>
            <p:spPr>
              <a:xfrm rot="-4260000">
                <a:off x="677" y="2401"/>
                <a:ext cx="75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7" name="Google Shape;347;p72"/>
              <p:cNvSpPr txBox="1"/>
              <p:nvPr/>
            </p:nvSpPr>
            <p:spPr>
              <a:xfrm rot="-4260000">
                <a:off x="708" y="2405"/>
                <a:ext cx="75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8" name="Google Shape;348;p72"/>
              <p:cNvSpPr txBox="1"/>
              <p:nvPr/>
            </p:nvSpPr>
            <p:spPr>
              <a:xfrm rot="-4020000">
                <a:off x="738" y="2409"/>
                <a:ext cx="75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9" name="Google Shape;349;p72"/>
              <p:cNvSpPr txBox="1"/>
              <p:nvPr/>
            </p:nvSpPr>
            <p:spPr>
              <a:xfrm rot="-4920000">
                <a:off x="503" y="2393"/>
                <a:ext cx="69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0" name="Google Shape;350;p72"/>
              <p:cNvSpPr txBox="1"/>
              <p:nvPr/>
            </p:nvSpPr>
            <p:spPr>
              <a:xfrm rot="-4680000">
                <a:off x="534" y="2391"/>
                <a:ext cx="75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1" name="Google Shape;351;p72"/>
              <p:cNvSpPr txBox="1"/>
              <p:nvPr/>
            </p:nvSpPr>
            <p:spPr>
              <a:xfrm rot="-4680000">
                <a:off x="563" y="2389"/>
                <a:ext cx="75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2" name="Google Shape;352;p72"/>
              <p:cNvSpPr txBox="1"/>
              <p:nvPr/>
            </p:nvSpPr>
            <p:spPr>
              <a:xfrm rot="-4620000">
                <a:off x="595" y="2389"/>
                <a:ext cx="75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3" name="Google Shape;353;p72"/>
              <p:cNvSpPr txBox="1"/>
              <p:nvPr/>
            </p:nvSpPr>
            <p:spPr>
              <a:xfrm rot="-5220000">
                <a:off x="355" y="2413"/>
                <a:ext cx="69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4" name="Google Shape;354;p72"/>
              <p:cNvSpPr txBox="1"/>
              <p:nvPr/>
            </p:nvSpPr>
            <p:spPr>
              <a:xfrm rot="-5400000">
                <a:off x="385" y="2407"/>
                <a:ext cx="69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5" name="Google Shape;355;p72"/>
              <p:cNvSpPr txBox="1"/>
              <p:nvPr/>
            </p:nvSpPr>
            <p:spPr>
              <a:xfrm rot="-5340000">
                <a:off x="419" y="2403"/>
                <a:ext cx="69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6" name="Google Shape;356;p72"/>
              <p:cNvSpPr txBox="1"/>
              <p:nvPr/>
            </p:nvSpPr>
            <p:spPr>
              <a:xfrm rot="-5220000">
                <a:off x="449" y="2399"/>
                <a:ext cx="69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7" name="Google Shape;357;p72"/>
              <p:cNvSpPr txBox="1"/>
              <p:nvPr/>
            </p:nvSpPr>
            <p:spPr>
              <a:xfrm rot="-6180000">
                <a:off x="206" y="2457"/>
                <a:ext cx="63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8" name="Google Shape;358;p72"/>
              <p:cNvSpPr txBox="1"/>
              <p:nvPr/>
            </p:nvSpPr>
            <p:spPr>
              <a:xfrm rot="-6240000">
                <a:off x="237" y="2447"/>
                <a:ext cx="63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9" name="Google Shape;359;p72"/>
              <p:cNvSpPr txBox="1"/>
              <p:nvPr/>
            </p:nvSpPr>
            <p:spPr>
              <a:xfrm rot="-6120000">
                <a:off x="266" y="2437"/>
                <a:ext cx="63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0" name="Google Shape;360;p72"/>
              <p:cNvSpPr txBox="1"/>
              <p:nvPr/>
            </p:nvSpPr>
            <p:spPr>
              <a:xfrm rot="-5940000">
                <a:off x="293" y="2425"/>
                <a:ext cx="69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1" name="Google Shape;361;p72"/>
              <p:cNvSpPr txBox="1"/>
              <p:nvPr/>
            </p:nvSpPr>
            <p:spPr>
              <a:xfrm rot="-7380000">
                <a:off x="6" y="2547"/>
                <a:ext cx="63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2" name="Google Shape;362;p72"/>
              <p:cNvSpPr txBox="1"/>
              <p:nvPr/>
            </p:nvSpPr>
            <p:spPr>
              <a:xfrm rot="-7200000">
                <a:off x="65" y="2515"/>
                <a:ext cx="63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3" name="Google Shape;363;p72"/>
              <p:cNvSpPr txBox="1"/>
              <p:nvPr/>
            </p:nvSpPr>
            <p:spPr>
              <a:xfrm rot="-6840000">
                <a:off x="92" y="2501"/>
                <a:ext cx="63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4" name="Google Shape;364;p72"/>
              <p:cNvSpPr txBox="1"/>
              <p:nvPr/>
            </p:nvSpPr>
            <p:spPr>
              <a:xfrm rot="-6840000">
                <a:off x="119" y="2491"/>
                <a:ext cx="63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5" name="Google Shape;365;p72"/>
              <p:cNvSpPr txBox="1"/>
              <p:nvPr/>
            </p:nvSpPr>
            <p:spPr>
              <a:xfrm rot="-6480000">
                <a:off x="150" y="2477"/>
                <a:ext cx="63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6" name="Google Shape;366;p72"/>
              <p:cNvSpPr txBox="1"/>
              <p:nvPr/>
            </p:nvSpPr>
            <p:spPr>
              <a:xfrm rot="-1920000">
                <a:off x="0" y="3363"/>
                <a:ext cx="75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7" name="Google Shape;367;p72"/>
              <p:cNvSpPr txBox="1"/>
              <p:nvPr/>
            </p:nvSpPr>
            <p:spPr>
              <a:xfrm rot="3240000">
                <a:off x="511" y="3478"/>
                <a:ext cx="242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8" name="Google Shape;368;p72"/>
              <p:cNvSpPr txBox="1"/>
              <p:nvPr/>
            </p:nvSpPr>
            <p:spPr>
              <a:xfrm rot="3240000">
                <a:off x="35" y="2798"/>
                <a:ext cx="242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9" name="Google Shape;369;p72"/>
              <p:cNvSpPr txBox="1"/>
              <p:nvPr/>
            </p:nvSpPr>
            <p:spPr>
              <a:xfrm rot="-1920000">
                <a:off x="700" y="2851"/>
                <a:ext cx="317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0" name="Google Shape;370;p72"/>
              <p:cNvSpPr txBox="1"/>
              <p:nvPr/>
            </p:nvSpPr>
            <p:spPr>
              <a:xfrm rot="5880000">
                <a:off x="200" y="3915"/>
                <a:ext cx="138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1" name="Google Shape;371;p72"/>
              <p:cNvSpPr txBox="1"/>
              <p:nvPr/>
            </p:nvSpPr>
            <p:spPr>
              <a:xfrm rot="6660000">
                <a:off x="45" y="3915"/>
                <a:ext cx="144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2" name="Google Shape;372;p72"/>
              <p:cNvSpPr txBox="1"/>
              <p:nvPr/>
            </p:nvSpPr>
            <p:spPr>
              <a:xfrm rot="5220000">
                <a:off x="361" y="3893"/>
                <a:ext cx="132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3" name="Google Shape;373;p72"/>
              <p:cNvSpPr txBox="1"/>
              <p:nvPr/>
            </p:nvSpPr>
            <p:spPr>
              <a:xfrm rot="4500000">
                <a:off x="522" y="3847"/>
                <a:ext cx="132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4" name="Google Shape;374;p72"/>
              <p:cNvSpPr txBox="1"/>
              <p:nvPr/>
            </p:nvSpPr>
            <p:spPr>
              <a:xfrm rot="3780000">
                <a:off x="670" y="3778"/>
                <a:ext cx="132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5" name="Google Shape;375;p72"/>
              <p:cNvSpPr txBox="1"/>
              <p:nvPr/>
            </p:nvSpPr>
            <p:spPr>
              <a:xfrm rot="3060000">
                <a:off x="813" y="3688"/>
                <a:ext cx="132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6" name="Google Shape;376;p72"/>
              <p:cNvSpPr txBox="1"/>
              <p:nvPr/>
            </p:nvSpPr>
            <p:spPr>
              <a:xfrm rot="2040000">
                <a:off x="938" y="3582"/>
                <a:ext cx="132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7" name="Google Shape;377;p72"/>
              <p:cNvSpPr txBox="1"/>
              <p:nvPr/>
            </p:nvSpPr>
            <p:spPr>
              <a:xfrm rot="-7200000">
                <a:off x="-18" y="2506"/>
                <a:ext cx="132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8" name="Google Shape;378;p72"/>
              <p:cNvSpPr txBox="1"/>
              <p:nvPr/>
            </p:nvSpPr>
            <p:spPr>
              <a:xfrm rot="-6420000">
                <a:off x="136" y="2433"/>
                <a:ext cx="132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9" name="Google Shape;379;p72"/>
              <p:cNvSpPr txBox="1"/>
              <p:nvPr/>
            </p:nvSpPr>
            <p:spPr>
              <a:xfrm rot="-4980000">
                <a:off x="447" y="2364"/>
                <a:ext cx="138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0" name="Google Shape;380;p72"/>
              <p:cNvSpPr txBox="1"/>
              <p:nvPr/>
            </p:nvSpPr>
            <p:spPr>
              <a:xfrm rot="-4320000">
                <a:off x="597" y="2360"/>
                <a:ext cx="150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1" name="Google Shape;381;p72"/>
              <p:cNvSpPr txBox="1"/>
              <p:nvPr/>
            </p:nvSpPr>
            <p:spPr>
              <a:xfrm rot="-3720000">
                <a:off x="739" y="2385"/>
                <a:ext cx="155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2" name="Google Shape;382;p72"/>
              <p:cNvSpPr txBox="1"/>
              <p:nvPr/>
            </p:nvSpPr>
            <p:spPr>
              <a:xfrm rot="-3240000">
                <a:off x="869" y="2429"/>
                <a:ext cx="167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3" name="Google Shape;383;p72"/>
              <p:cNvSpPr txBox="1"/>
              <p:nvPr/>
            </p:nvSpPr>
            <p:spPr>
              <a:xfrm rot="-2640000">
                <a:off x="984" y="2497"/>
                <a:ext cx="167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4" name="Google Shape;384;p72"/>
              <p:cNvSpPr txBox="1"/>
              <p:nvPr/>
            </p:nvSpPr>
            <p:spPr>
              <a:xfrm rot="-2220000">
                <a:off x="1075" y="2585"/>
                <a:ext cx="173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5" name="Google Shape;385;p72"/>
              <p:cNvSpPr txBox="1"/>
              <p:nvPr/>
            </p:nvSpPr>
            <p:spPr>
              <a:xfrm rot="-1740000">
                <a:off x="1147" y="2688"/>
                <a:ext cx="167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6" name="Google Shape;386;p72"/>
              <p:cNvSpPr txBox="1"/>
              <p:nvPr/>
            </p:nvSpPr>
            <p:spPr>
              <a:xfrm rot="-1200000">
                <a:off x="1198" y="2805"/>
                <a:ext cx="167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7" name="Google Shape;387;p72"/>
              <p:cNvSpPr txBox="1"/>
              <p:nvPr/>
            </p:nvSpPr>
            <p:spPr>
              <a:xfrm rot="-780000">
                <a:off x="1218" y="2930"/>
                <a:ext cx="167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8" name="Google Shape;388;p72"/>
              <p:cNvSpPr txBox="1"/>
              <p:nvPr/>
            </p:nvSpPr>
            <p:spPr>
              <a:xfrm rot="-300000">
                <a:off x="1213" y="3066"/>
                <a:ext cx="167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9" name="Google Shape;389;p72"/>
              <p:cNvSpPr txBox="1"/>
              <p:nvPr/>
            </p:nvSpPr>
            <p:spPr>
              <a:xfrm rot="660000">
                <a:off x="1126" y="3337"/>
                <a:ext cx="150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0" name="Google Shape;390;p72"/>
              <p:cNvSpPr txBox="1"/>
              <p:nvPr/>
            </p:nvSpPr>
            <p:spPr>
              <a:xfrm rot="1500000">
                <a:off x="1041" y="3465"/>
                <a:ext cx="140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1" name="Google Shape;391;p72"/>
              <p:cNvSpPr/>
              <p:nvPr/>
            </p:nvSpPr>
            <p:spPr>
              <a:xfrm>
                <a:off x="850" y="3136"/>
                <a:ext cx="204" cy="120"/>
              </a:xfrm>
              <a:custGeom>
                <a:avLst/>
                <a:gdLst/>
                <a:ahLst/>
                <a:cxnLst/>
                <a:rect l="l" t="t" r="r" b="b"/>
                <a:pathLst>
                  <a:path w="204" h="120" extrusionOk="0">
                    <a:moveTo>
                      <a:pt x="168" y="120"/>
                    </a:moveTo>
                    <a:lnTo>
                      <a:pt x="204" y="12"/>
                    </a:lnTo>
                    <a:lnTo>
                      <a:pt x="42" y="0"/>
                    </a:lnTo>
                    <a:lnTo>
                      <a:pt x="0" y="108"/>
                    </a:lnTo>
                    <a:lnTo>
                      <a:pt x="30" y="114"/>
                    </a:lnTo>
                    <a:lnTo>
                      <a:pt x="60" y="30"/>
                    </a:lnTo>
                    <a:lnTo>
                      <a:pt x="102" y="36"/>
                    </a:lnTo>
                    <a:lnTo>
                      <a:pt x="78" y="108"/>
                    </a:lnTo>
                    <a:lnTo>
                      <a:pt x="102" y="108"/>
                    </a:lnTo>
                    <a:lnTo>
                      <a:pt x="132" y="36"/>
                    </a:lnTo>
                    <a:lnTo>
                      <a:pt x="162" y="36"/>
                    </a:lnTo>
                    <a:lnTo>
                      <a:pt x="138" y="114"/>
                    </a:lnTo>
                    <a:lnTo>
                      <a:pt x="168" y="12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2" name="Google Shape;392;p72"/>
              <p:cNvSpPr/>
              <p:nvPr/>
            </p:nvSpPr>
            <p:spPr>
              <a:xfrm>
                <a:off x="19" y="2722"/>
                <a:ext cx="90" cy="78"/>
              </a:xfrm>
              <a:custGeom>
                <a:avLst/>
                <a:gdLst/>
                <a:ahLst/>
                <a:cxnLst/>
                <a:rect l="l" t="t" r="r" b="b"/>
                <a:pathLst>
                  <a:path w="90" h="78" extrusionOk="0">
                    <a:moveTo>
                      <a:pt x="66" y="36"/>
                    </a:moveTo>
                    <a:lnTo>
                      <a:pt x="66" y="36"/>
                    </a:lnTo>
                    <a:lnTo>
                      <a:pt x="18" y="24"/>
                    </a:lnTo>
                    <a:lnTo>
                      <a:pt x="0" y="30"/>
                    </a:lnTo>
                    <a:lnTo>
                      <a:pt x="36" y="78"/>
                    </a:lnTo>
                    <a:lnTo>
                      <a:pt x="48" y="72"/>
                    </a:lnTo>
                    <a:lnTo>
                      <a:pt x="24" y="36"/>
                    </a:lnTo>
                    <a:lnTo>
                      <a:pt x="72" y="54"/>
                    </a:lnTo>
                    <a:lnTo>
                      <a:pt x="90" y="42"/>
                    </a:lnTo>
                    <a:lnTo>
                      <a:pt x="54" y="0"/>
                    </a:lnTo>
                    <a:lnTo>
                      <a:pt x="42" y="6"/>
                    </a:lnTo>
                    <a:lnTo>
                      <a:pt x="66" y="3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3" name="Google Shape;393;p72"/>
              <p:cNvSpPr/>
              <p:nvPr/>
            </p:nvSpPr>
            <p:spPr>
              <a:xfrm>
                <a:off x="97" y="2651"/>
                <a:ext cx="101" cy="89"/>
              </a:xfrm>
              <a:custGeom>
                <a:avLst/>
                <a:gdLst/>
                <a:ahLst/>
                <a:cxnLst/>
                <a:rect l="l" t="t" r="r" b="b"/>
                <a:pathLst>
                  <a:path w="101" h="89" extrusionOk="0">
                    <a:moveTo>
                      <a:pt x="54" y="89"/>
                    </a:moveTo>
                    <a:lnTo>
                      <a:pt x="65" y="83"/>
                    </a:lnTo>
                    <a:lnTo>
                      <a:pt x="48" y="35"/>
                    </a:lnTo>
                    <a:lnTo>
                      <a:pt x="89" y="65"/>
                    </a:lnTo>
                    <a:lnTo>
                      <a:pt x="101" y="59"/>
                    </a:lnTo>
                    <a:lnTo>
                      <a:pt x="83" y="0"/>
                    </a:lnTo>
                    <a:lnTo>
                      <a:pt x="71" y="12"/>
                    </a:lnTo>
                    <a:lnTo>
                      <a:pt x="83" y="41"/>
                    </a:lnTo>
                    <a:lnTo>
                      <a:pt x="48" y="23"/>
                    </a:lnTo>
                    <a:lnTo>
                      <a:pt x="36" y="29"/>
                    </a:lnTo>
                    <a:lnTo>
                      <a:pt x="45" y="68"/>
                    </a:lnTo>
                    <a:lnTo>
                      <a:pt x="18" y="41"/>
                    </a:lnTo>
                    <a:lnTo>
                      <a:pt x="0" y="53"/>
                    </a:lnTo>
                    <a:lnTo>
                      <a:pt x="54" y="8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4" name="Google Shape;394;p72"/>
              <p:cNvSpPr/>
              <p:nvPr/>
            </p:nvSpPr>
            <p:spPr>
              <a:xfrm>
                <a:off x="677" y="3502"/>
                <a:ext cx="83" cy="78"/>
              </a:xfrm>
              <a:custGeom>
                <a:avLst/>
                <a:gdLst/>
                <a:ahLst/>
                <a:cxnLst/>
                <a:rect l="l" t="t" r="r" b="b"/>
                <a:pathLst>
                  <a:path w="83" h="78" extrusionOk="0">
                    <a:moveTo>
                      <a:pt x="36" y="78"/>
                    </a:moveTo>
                    <a:lnTo>
                      <a:pt x="83" y="48"/>
                    </a:lnTo>
                    <a:lnTo>
                      <a:pt x="54" y="0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42" y="18"/>
                    </a:lnTo>
                    <a:lnTo>
                      <a:pt x="54" y="30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60" y="36"/>
                    </a:lnTo>
                    <a:lnTo>
                      <a:pt x="66" y="48"/>
                    </a:lnTo>
                    <a:lnTo>
                      <a:pt x="30" y="66"/>
                    </a:lnTo>
                    <a:lnTo>
                      <a:pt x="36" y="7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5" name="Google Shape;395;p72"/>
              <p:cNvSpPr/>
              <p:nvPr/>
            </p:nvSpPr>
            <p:spPr>
              <a:xfrm>
                <a:off x="940" y="2782"/>
                <a:ext cx="90" cy="72"/>
              </a:xfrm>
              <a:custGeom>
                <a:avLst/>
                <a:gdLst/>
                <a:ahLst/>
                <a:cxnLst/>
                <a:rect l="l" t="t" r="r" b="b"/>
                <a:pathLst>
                  <a:path w="90" h="72" extrusionOk="0">
                    <a:moveTo>
                      <a:pt x="90" y="30"/>
                    </a:moveTo>
                    <a:lnTo>
                      <a:pt x="66" y="0"/>
                    </a:lnTo>
                    <a:lnTo>
                      <a:pt x="0" y="36"/>
                    </a:lnTo>
                    <a:lnTo>
                      <a:pt x="24" y="72"/>
                    </a:lnTo>
                    <a:lnTo>
                      <a:pt x="36" y="66"/>
                    </a:lnTo>
                    <a:lnTo>
                      <a:pt x="18" y="42"/>
                    </a:lnTo>
                    <a:lnTo>
                      <a:pt x="36" y="30"/>
                    </a:lnTo>
                    <a:lnTo>
                      <a:pt x="54" y="54"/>
                    </a:lnTo>
                    <a:lnTo>
                      <a:pt x="60" y="48"/>
                    </a:lnTo>
                    <a:lnTo>
                      <a:pt x="48" y="24"/>
                    </a:lnTo>
                    <a:lnTo>
                      <a:pt x="60" y="12"/>
                    </a:lnTo>
                    <a:lnTo>
                      <a:pt x="78" y="42"/>
                    </a:lnTo>
                    <a:lnTo>
                      <a:pt x="90" y="3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6" name="Google Shape;396;p72"/>
              <p:cNvSpPr/>
              <p:nvPr/>
            </p:nvSpPr>
            <p:spPr>
              <a:xfrm>
                <a:off x="898" y="2716"/>
                <a:ext cx="90" cy="84"/>
              </a:xfrm>
              <a:custGeom>
                <a:avLst/>
                <a:gdLst/>
                <a:ahLst/>
                <a:cxnLst/>
                <a:rect l="l" t="t" r="r" b="b"/>
                <a:pathLst>
                  <a:path w="90" h="84" extrusionOk="0">
                    <a:moveTo>
                      <a:pt x="42" y="60"/>
                    </a:moveTo>
                    <a:lnTo>
                      <a:pt x="42" y="60"/>
                    </a:lnTo>
                    <a:lnTo>
                      <a:pt x="72" y="12"/>
                    </a:lnTo>
                    <a:lnTo>
                      <a:pt x="66" y="0"/>
                    </a:lnTo>
                    <a:lnTo>
                      <a:pt x="0" y="42"/>
                    </a:lnTo>
                    <a:lnTo>
                      <a:pt x="6" y="54"/>
                    </a:lnTo>
                    <a:lnTo>
                      <a:pt x="54" y="2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90" y="42"/>
                    </a:lnTo>
                    <a:lnTo>
                      <a:pt x="84" y="30"/>
                    </a:lnTo>
                    <a:lnTo>
                      <a:pt x="42" y="6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7" name="Google Shape;397;p72"/>
              <p:cNvSpPr/>
              <p:nvPr/>
            </p:nvSpPr>
            <p:spPr>
              <a:xfrm>
                <a:off x="7" y="3837"/>
                <a:ext cx="6" cy="12"/>
              </a:xfrm>
              <a:custGeom>
                <a:avLst/>
                <a:gdLst/>
                <a:ahLst/>
                <a:cxnLst/>
                <a:rect l="l" t="t" r="r" b="b"/>
                <a:pathLst>
                  <a:path w="6" h="12" extrusionOk="0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8" name="Google Shape;398;p72"/>
              <p:cNvSpPr/>
              <p:nvPr/>
            </p:nvSpPr>
            <p:spPr>
              <a:xfrm>
                <a:off x="7" y="2555"/>
                <a:ext cx="30" cy="4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8" extrusionOk="0">
                    <a:moveTo>
                      <a:pt x="18" y="48"/>
                    </a:moveTo>
                    <a:lnTo>
                      <a:pt x="18" y="48"/>
                    </a:lnTo>
                    <a:lnTo>
                      <a:pt x="30" y="42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9" name="Google Shape;399;p72"/>
              <p:cNvSpPr/>
              <p:nvPr/>
            </p:nvSpPr>
            <p:spPr>
              <a:xfrm>
                <a:off x="7" y="3843"/>
                <a:ext cx="36" cy="66"/>
              </a:xfrm>
              <a:custGeom>
                <a:avLst/>
                <a:gdLst/>
                <a:ahLst/>
                <a:cxnLst/>
                <a:rect l="l" t="t" r="r" b="b"/>
                <a:pathLst>
                  <a:path w="36" h="66" extrusionOk="0">
                    <a:moveTo>
                      <a:pt x="36" y="0"/>
                    </a:moveTo>
                    <a:lnTo>
                      <a:pt x="24" y="0"/>
                    </a:lnTo>
                    <a:lnTo>
                      <a:pt x="0" y="36"/>
                    </a:lnTo>
                    <a:lnTo>
                      <a:pt x="0" y="6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0" name="Google Shape;400;p72"/>
              <p:cNvSpPr txBox="1"/>
              <p:nvPr/>
            </p:nvSpPr>
            <p:spPr>
              <a:xfrm rot="240000">
                <a:off x="1177" y="3201"/>
                <a:ext cx="161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1" name="Google Shape;401;p72"/>
              <p:cNvSpPr txBox="1"/>
              <p:nvPr/>
            </p:nvSpPr>
            <p:spPr>
              <a:xfrm rot="-5640000">
                <a:off x="290" y="2386"/>
                <a:ext cx="138" cy="12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2" name="Google Shape;402;p72"/>
              <p:cNvSpPr/>
              <p:nvPr/>
            </p:nvSpPr>
            <p:spPr>
              <a:xfrm>
                <a:off x="139" y="3573"/>
                <a:ext cx="144" cy="154"/>
              </a:xfrm>
              <a:custGeom>
                <a:avLst/>
                <a:gdLst/>
                <a:ahLst/>
                <a:cxnLst/>
                <a:rect l="l" t="t" r="r" b="b"/>
                <a:pathLst>
                  <a:path w="144" h="154" extrusionOk="0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9" y="61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3" name="Google Shape;403;p72"/>
              <p:cNvSpPr/>
              <p:nvPr/>
            </p:nvSpPr>
            <p:spPr>
              <a:xfrm rot="-2880000">
                <a:off x="618" y="3550"/>
                <a:ext cx="68" cy="69"/>
              </a:xfrm>
              <a:custGeom>
                <a:avLst/>
                <a:gdLst/>
                <a:ahLst/>
                <a:cxnLst/>
                <a:rect l="l" t="t" r="r" b="b"/>
                <a:pathLst>
                  <a:path w="144" h="154" extrusionOk="0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3" y="47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4" name="Google Shape;404;p72"/>
              <p:cNvSpPr/>
              <p:nvPr/>
            </p:nvSpPr>
            <p:spPr>
              <a:xfrm>
                <a:off x="235" y="2503"/>
                <a:ext cx="348" cy="1272"/>
              </a:xfrm>
              <a:custGeom>
                <a:avLst/>
                <a:gdLst/>
                <a:ahLst/>
                <a:cxnLst/>
                <a:rect l="l" t="t" r="r" b="b"/>
                <a:pathLst>
                  <a:path w="348" h="1272" extrusionOk="0">
                    <a:moveTo>
                      <a:pt x="0" y="0"/>
                    </a:moveTo>
                    <a:lnTo>
                      <a:pt x="287" y="582"/>
                    </a:lnTo>
                    <a:lnTo>
                      <a:pt x="348" y="1272"/>
                    </a:lnTo>
                    <a:lnTo>
                      <a:pt x="54" y="67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F7F6EF"/>
                  </a:gs>
                </a:gsLst>
                <a:lin ang="189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5" name="Google Shape;405;p72"/>
              <p:cNvSpPr/>
              <p:nvPr/>
            </p:nvSpPr>
            <p:spPr>
              <a:xfrm rot="-1740000">
                <a:off x="296" y="3047"/>
                <a:ext cx="221" cy="174"/>
              </a:xfrm>
              <a:prstGeom prst="ellipse">
                <a:avLst/>
              </a:prstGeom>
              <a:gradFill>
                <a:gsLst>
                  <a:gs pos="0">
                    <a:srgbClr val="E8E7E1"/>
                  </a:gs>
                  <a:gs pos="50000">
                    <a:schemeClr val="lt2"/>
                  </a:gs>
                  <a:gs pos="100000">
                    <a:srgbClr val="E8E7E1"/>
                  </a:gs>
                </a:gsLst>
                <a:lin ang="189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406" name="Google Shape;406;p72"/>
          <p:cNvSpPr txBox="1">
            <a:spLocks noGrp="1"/>
          </p:cNvSpPr>
          <p:nvPr>
            <p:ph type="title"/>
          </p:nvPr>
        </p:nvSpPr>
        <p:spPr>
          <a:xfrm>
            <a:off x="301625" y="228600"/>
            <a:ext cx="85407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07" name="Google Shape;407;p72"/>
          <p:cNvSpPr txBox="1">
            <a:spLocks noGrp="1"/>
          </p:cNvSpPr>
          <p:nvPr>
            <p:ph type="body" idx="1"/>
          </p:nvPr>
        </p:nvSpPr>
        <p:spPr>
          <a:xfrm>
            <a:off x="301625" y="1600200"/>
            <a:ext cx="8540750" cy="4498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91160" algn="l" rtl="0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560"/>
              <a:buFont typeface="Arial"/>
              <a:buChar char="►"/>
              <a:defRPr sz="3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350519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920"/>
              <a:buFont typeface="Arial"/>
              <a:buChar char="►"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3302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/>
              <a:buChar char="►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3302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/>
              <a:buChar char="►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3200400" marR="0" lvl="6" indent="-3302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/>
              <a:buChar char="►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657600" marR="0" lvl="7" indent="-3302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/>
              <a:buChar char="►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4114800" marR="0" lvl="8" indent="-3302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/>
              <a:buChar char="►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08" name="Google Shape;408;p72"/>
          <p:cNvSpPr txBox="1">
            <a:spLocks noGrp="1"/>
          </p:cNvSpPr>
          <p:nvPr>
            <p:ph type="dt" idx="10"/>
          </p:nvPr>
        </p:nvSpPr>
        <p:spPr>
          <a:xfrm>
            <a:off x="301625" y="6245225"/>
            <a:ext cx="228917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09" name="Google Shape;409;p72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10" name="Google Shape;410;p72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8" name="Google Shape;418;p74"/>
          <p:cNvGrpSpPr/>
          <p:nvPr/>
        </p:nvGrpSpPr>
        <p:grpSpPr>
          <a:xfrm>
            <a:off x="177800" y="230187"/>
            <a:ext cx="203200" cy="6503987"/>
            <a:chOff x="112" y="145"/>
            <a:chExt cx="128" cy="4097"/>
          </a:xfrm>
        </p:grpSpPr>
        <p:sp>
          <p:nvSpPr>
            <p:cNvPr id="419" name="Google Shape;419;p74"/>
            <p:cNvSpPr txBox="1"/>
            <p:nvPr/>
          </p:nvSpPr>
          <p:spPr>
            <a:xfrm flipH="1">
              <a:off x="192" y="162"/>
              <a:ext cx="48" cy="4080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chemeClr val="folHlink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0" name="Google Shape;420;p74"/>
            <p:cNvSpPr txBox="1"/>
            <p:nvPr/>
          </p:nvSpPr>
          <p:spPr>
            <a:xfrm>
              <a:off x="112" y="145"/>
              <a:ext cx="48" cy="3941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chemeClr val="hlink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21" name="Google Shape;421;p74"/>
          <p:cNvGrpSpPr/>
          <p:nvPr/>
        </p:nvGrpSpPr>
        <p:grpSpPr>
          <a:xfrm>
            <a:off x="8793162" y="220662"/>
            <a:ext cx="198437" cy="6408737"/>
            <a:chOff x="5539" y="139"/>
            <a:chExt cx="125" cy="4037"/>
          </a:xfrm>
        </p:grpSpPr>
        <p:sp>
          <p:nvSpPr>
            <p:cNvPr id="422" name="Google Shape;422;p74"/>
            <p:cNvSpPr txBox="1"/>
            <p:nvPr/>
          </p:nvSpPr>
          <p:spPr>
            <a:xfrm>
              <a:off x="5621" y="139"/>
              <a:ext cx="43" cy="398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3" name="Google Shape;423;p74"/>
            <p:cNvSpPr txBox="1"/>
            <p:nvPr/>
          </p:nvSpPr>
          <p:spPr>
            <a:xfrm flipH="1">
              <a:off x="5539" y="240"/>
              <a:ext cx="49" cy="3936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dk2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24" name="Google Shape;424;p74"/>
          <p:cNvGrpSpPr/>
          <p:nvPr/>
        </p:nvGrpSpPr>
        <p:grpSpPr>
          <a:xfrm>
            <a:off x="411956" y="6477000"/>
            <a:ext cx="8687594" cy="227806"/>
            <a:chOff x="259" y="4080"/>
            <a:chExt cx="5472" cy="144"/>
          </a:xfrm>
        </p:grpSpPr>
        <p:sp>
          <p:nvSpPr>
            <p:cNvPr id="425" name="Google Shape;425;p74"/>
            <p:cNvSpPr txBox="1"/>
            <p:nvPr/>
          </p:nvSpPr>
          <p:spPr>
            <a:xfrm rot="-5400000" flipH="1">
              <a:off x="2972" y="1368"/>
              <a:ext cx="48" cy="5472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chemeClr val="accen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6" name="Google Shape;426;p74"/>
            <p:cNvSpPr txBox="1"/>
            <p:nvPr/>
          </p:nvSpPr>
          <p:spPr>
            <a:xfrm rot="-5400000" flipH="1">
              <a:off x="2913" y="1522"/>
              <a:ext cx="48" cy="5355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chemeClr val="hlink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27" name="Google Shape;427;p74"/>
          <p:cNvGrpSpPr/>
          <p:nvPr/>
        </p:nvGrpSpPr>
        <p:grpSpPr>
          <a:xfrm>
            <a:off x="73819" y="178593"/>
            <a:ext cx="8747918" cy="159544"/>
            <a:chOff x="46" y="113"/>
            <a:chExt cx="5511" cy="101"/>
          </a:xfrm>
        </p:grpSpPr>
        <p:sp>
          <p:nvSpPr>
            <p:cNvPr id="428" name="Google Shape;428;p74"/>
            <p:cNvSpPr txBox="1"/>
            <p:nvPr/>
          </p:nvSpPr>
          <p:spPr>
            <a:xfrm rot="-5400000" flipH="1">
              <a:off x="2853" y="-2491"/>
              <a:ext cx="37" cy="5371"/>
            </a:xfrm>
            <a:prstGeom prst="rect">
              <a:avLst/>
            </a:prstGeom>
            <a:gradFill>
              <a:gsLst>
                <a:gs pos="0">
                  <a:schemeClr val="hlink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9" name="Google Shape;429;p74"/>
            <p:cNvSpPr txBox="1"/>
            <p:nvPr/>
          </p:nvSpPr>
          <p:spPr>
            <a:xfrm rot="-5400000" flipH="1">
              <a:off x="2782" y="-2623"/>
              <a:ext cx="38" cy="550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30" name="Google Shape;430;p74"/>
          <p:cNvGrpSpPr/>
          <p:nvPr/>
        </p:nvGrpSpPr>
        <p:grpSpPr>
          <a:xfrm>
            <a:off x="70643" y="177006"/>
            <a:ext cx="8746331" cy="161131"/>
            <a:chOff x="45" y="112"/>
            <a:chExt cx="5510" cy="101"/>
          </a:xfrm>
        </p:grpSpPr>
        <p:sp>
          <p:nvSpPr>
            <p:cNvPr id="431" name="Google Shape;431;p74"/>
            <p:cNvSpPr txBox="1"/>
            <p:nvPr/>
          </p:nvSpPr>
          <p:spPr>
            <a:xfrm rot="-5400000" flipH="1">
              <a:off x="2850" y="-2491"/>
              <a:ext cx="37" cy="5371"/>
            </a:xfrm>
            <a:prstGeom prst="rect">
              <a:avLst/>
            </a:prstGeom>
            <a:gradFill>
              <a:gsLst>
                <a:gs pos="0">
                  <a:schemeClr val="hlink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2" name="Google Shape;432;p74"/>
            <p:cNvSpPr txBox="1"/>
            <p:nvPr/>
          </p:nvSpPr>
          <p:spPr>
            <a:xfrm rot="-5400000" flipH="1">
              <a:off x="2780" y="-2624"/>
              <a:ext cx="38" cy="550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33" name="Google Shape;433;p74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34" name="Google Shape;434;p74"/>
          <p:cNvSpPr txBox="1">
            <a:spLocks noGrp="1"/>
          </p:cNvSpPr>
          <p:nvPr>
            <p:ph type="body" idx="1"/>
          </p:nvPr>
        </p:nvSpPr>
        <p:spPr>
          <a:xfrm>
            <a:off x="685800" y="1752600"/>
            <a:ext cx="77724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Tahoma"/>
              <a:buChar char="•"/>
              <a:defRPr sz="32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Tahoma"/>
              <a:buChar char="–"/>
              <a:defRPr sz="2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ahoma"/>
              <a:buChar char="•"/>
              <a:defRPr sz="24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ahoma"/>
              <a:buChar char="–"/>
              <a:defRPr sz="20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ahoma"/>
              <a:buChar char="»"/>
              <a:defRPr sz="20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ahoma"/>
              <a:buChar char="»"/>
              <a:defRPr sz="20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ahoma"/>
              <a:buChar char="»"/>
              <a:defRPr sz="20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ahoma"/>
              <a:buChar char="»"/>
              <a:defRPr sz="20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ahoma"/>
              <a:buChar char="»"/>
              <a:defRPr sz="20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35" name="Google Shape;435;p74"/>
          <p:cNvSpPr txBox="1">
            <a:spLocks noGrp="1"/>
          </p:cNvSpPr>
          <p:nvPr>
            <p:ph type="dt" idx="10"/>
          </p:nvPr>
        </p:nvSpPr>
        <p:spPr>
          <a:xfrm>
            <a:off x="457200" y="6019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36" name="Google Shape;436;p74"/>
          <p:cNvSpPr txBox="1">
            <a:spLocks noGrp="1"/>
          </p:cNvSpPr>
          <p:nvPr>
            <p:ph type="ftr" idx="11"/>
          </p:nvPr>
        </p:nvSpPr>
        <p:spPr>
          <a:xfrm>
            <a:off x="3124200" y="6019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37" name="Google Shape;437;p74"/>
          <p:cNvSpPr txBox="1">
            <a:spLocks noGrp="1"/>
          </p:cNvSpPr>
          <p:nvPr>
            <p:ph type="sldNum" idx="12"/>
          </p:nvPr>
        </p:nvSpPr>
        <p:spPr>
          <a:xfrm>
            <a:off x="6858000" y="6019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1400"/>
              <a:buFont typeface="Times New Roman"/>
              <a:buNone/>
              <a:defRPr sz="1400" b="0" i="0" u="none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1400"/>
              <a:buFont typeface="Times New Roman"/>
              <a:buNone/>
              <a:defRPr sz="1400" b="0" i="0" u="none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1400"/>
              <a:buFont typeface="Times New Roman"/>
              <a:buNone/>
              <a:defRPr sz="1400" b="0" i="0" u="none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1400"/>
              <a:buFont typeface="Times New Roman"/>
              <a:buNone/>
              <a:defRPr sz="1400" b="0" i="0" u="none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1400"/>
              <a:buFont typeface="Times New Roman"/>
              <a:buNone/>
              <a:defRPr sz="1400" b="0" i="0" u="none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1400"/>
              <a:buFont typeface="Times New Roman"/>
              <a:buNone/>
              <a:defRPr sz="1400" b="0" i="0" u="none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1400"/>
              <a:buFont typeface="Times New Roman"/>
              <a:buNone/>
              <a:defRPr sz="1400" b="0" i="0" u="none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1400"/>
              <a:buFont typeface="Times New Roman"/>
              <a:buNone/>
              <a:defRPr sz="1400" b="0" i="0" u="none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1400"/>
              <a:buFont typeface="Times New Roman"/>
              <a:buNone/>
              <a:defRPr sz="1400" b="0" i="0" u="none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3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76"/>
          <p:cNvSpPr txBox="1">
            <a:spLocks noGrp="1"/>
          </p:cNvSpPr>
          <p:nvPr>
            <p:ph type="title"/>
          </p:nvPr>
        </p:nvSpPr>
        <p:spPr>
          <a:xfrm>
            <a:off x="685800" y="463550"/>
            <a:ext cx="7769225" cy="1433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45" name="Google Shape;445;p76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69225" cy="411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70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5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5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5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spcBef>
                <a:spcPts val="5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spcBef>
                <a:spcPts val="5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spcBef>
                <a:spcPts val="5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46" name="Google Shape;446;p76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47" name="Google Shape;447;p76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8" name="Google Shape;448;p7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1825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00"/>
              <a:buFont typeface="Times New Roman"/>
              <a:buNone/>
              <a:defRPr sz="1400" b="0" i="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78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509" name="Google Shape;509;p7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417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0040" algn="l" rtl="0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440"/>
              <a:buFont typeface="Noto Sans Symbols"/>
              <a:buChar char="❑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115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9719" algn="l" rtl="0">
              <a:spcBef>
                <a:spcPts val="320"/>
              </a:spcBef>
              <a:spcAft>
                <a:spcPts val="0"/>
              </a:spcAft>
              <a:buClr>
                <a:srgbClr val="000099"/>
              </a:buClr>
              <a:buSzPts val="1120"/>
              <a:buFont typeface="Noto Sans Symbols"/>
              <a:buChar char="❑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5275" algn="l" rtl="0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5275" algn="l" rtl="0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5275" algn="l" rtl="0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5275" algn="l" rtl="0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5275" algn="l" rtl="0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0" name="Google Shape;510;p78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11" name="Google Shape;511;p78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12" name="Google Shape;512;p78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  <a:defRPr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78"/>
          <p:cNvSpPr/>
          <p:nvPr/>
        </p:nvSpPr>
        <p:spPr>
          <a:xfrm>
            <a:off x="381000" y="228600"/>
            <a:ext cx="7799387" cy="609600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524288"/>
            <a:headEnd type="none" w="med" len="med"/>
            <a:tailEnd type="none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14" name="Google Shape;514;p78"/>
          <p:cNvCxnSpPr/>
          <p:nvPr/>
        </p:nvCxnSpPr>
        <p:spPr>
          <a:xfrm>
            <a:off x="457200" y="6311900"/>
            <a:ext cx="82296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kalpoma@aust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8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0.xml"/><Relationship Id="rId5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1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1.xml"/><Relationship Id="rId4" Type="http://schemas.openxmlformats.org/officeDocument/2006/relationships/hyperlink" Target="https://www.youtube.com/watch?v=hKYBNdSspIo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1.xml"/><Relationship Id="rId4" Type="http://schemas.openxmlformats.org/officeDocument/2006/relationships/image" Target="../media/image2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1.xml"/><Relationship Id="rId4" Type="http://schemas.openxmlformats.org/officeDocument/2006/relationships/image" Target="../media/image2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f1SaYzOthCM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1.xml"/><Relationship Id="rId4" Type="http://schemas.openxmlformats.org/officeDocument/2006/relationships/image" Target="../media/image29.jp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1"/>
          <p:cNvSpPr txBox="1">
            <a:spLocks noGrp="1"/>
          </p:cNvSpPr>
          <p:nvPr>
            <p:ph type="ctrTitle"/>
          </p:nvPr>
        </p:nvSpPr>
        <p:spPr>
          <a:xfrm>
            <a:off x="0" y="295275"/>
            <a:ext cx="9144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onstantia"/>
              <a:buNone/>
            </a:pPr>
            <a:r>
              <a:rPr lang="en-US" sz="3200" b="1" i="0" u="none">
                <a:solidFill>
                  <a:srgbClr val="CC0000"/>
                </a:solidFill>
                <a:latin typeface="Constantia"/>
                <a:ea typeface="Constantia"/>
                <a:cs typeface="Constantia"/>
                <a:sym typeface="Constantia"/>
              </a:rPr>
              <a:t>CSE4227 </a:t>
            </a:r>
            <a:r>
              <a:rPr lang="en-US" sz="4000" b="1" i="0" u="none">
                <a:solidFill>
                  <a:srgbClr val="CC0000"/>
                </a:solidFill>
                <a:latin typeface="Constantia"/>
                <a:ea typeface="Constantia"/>
                <a:cs typeface="Constantia"/>
                <a:sym typeface="Constantia"/>
              </a:rPr>
              <a:t>Digital Image Processing</a:t>
            </a:r>
            <a:endParaRPr/>
          </a:p>
        </p:txBody>
      </p:sp>
      <p:sp>
        <p:nvSpPr>
          <p:cNvPr id="588" name="Google Shape;588;p1"/>
          <p:cNvSpPr txBox="1"/>
          <p:nvPr/>
        </p:nvSpPr>
        <p:spPr>
          <a:xfrm>
            <a:off x="304800" y="1566862"/>
            <a:ext cx="8305800" cy="161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77083"/>
              </a:lnSpc>
              <a:spcBef>
                <a:spcPts val="0"/>
              </a:spcBef>
              <a:spcAft>
                <a:spcPts val="0"/>
              </a:spcAft>
              <a:buClr>
                <a:srgbClr val="00102A"/>
              </a:buClr>
              <a:buSzPts val="4800"/>
              <a:buFont typeface="Constantia"/>
              <a:buNone/>
            </a:pPr>
            <a:r>
              <a:rPr lang="en-US" sz="4800" b="0" i="0" u="none" baseline="-25000">
                <a:solidFill>
                  <a:srgbClr val="00102A"/>
                </a:solidFill>
                <a:latin typeface="Constantia"/>
                <a:ea typeface="Constantia"/>
                <a:cs typeface="Constantia"/>
                <a:sym typeface="Constantia"/>
              </a:rPr>
              <a:t> Chapter 10 – </a:t>
            </a:r>
            <a:r>
              <a:rPr lang="en-US" sz="4800" b="1" i="0" u="none" baseline="-25000">
                <a:solidFill>
                  <a:srgbClr val="00102A"/>
                </a:solidFill>
                <a:latin typeface="Constantia"/>
                <a:ea typeface="Constantia"/>
                <a:cs typeface="Constantia"/>
                <a:sym typeface="Constantia"/>
              </a:rPr>
              <a:t>Image Segmentation Part II (Region based)</a:t>
            </a:r>
            <a:endParaRPr sz="4800" b="0" i="0" u="none" baseline="-25000">
              <a:solidFill>
                <a:srgbClr val="00102A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800" b="0" i="0" u="none" baseline="-25000">
              <a:solidFill>
                <a:srgbClr val="00102A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589" name="Google Shape;589;p1"/>
          <p:cNvSpPr txBox="1"/>
          <p:nvPr/>
        </p:nvSpPr>
        <p:spPr>
          <a:xfrm>
            <a:off x="114300" y="2590800"/>
            <a:ext cx="8915400" cy="3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endParaRPr sz="3200" b="0" i="0" u="none">
              <a:solidFill>
                <a:srgbClr val="339966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ts val="3200"/>
              <a:buFont typeface="Constantia"/>
              <a:buNone/>
            </a:pPr>
            <a:r>
              <a:rPr lang="en-US" sz="3200" b="0" i="0" u="none">
                <a:solidFill>
                  <a:srgbClr val="339966"/>
                </a:solidFill>
                <a:latin typeface="Constantia"/>
                <a:ea typeface="Constantia"/>
                <a:cs typeface="Constantia"/>
                <a:sym typeface="Constantia"/>
              </a:rPr>
              <a:t>Dr. Kazi  A Kalpo</a:t>
            </a:r>
            <a:r>
              <a:rPr lang="en-US" sz="3200" b="0" i="0" u="none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m</a:t>
            </a:r>
            <a:r>
              <a:rPr lang="en-US" sz="3200" b="0" i="0" u="none">
                <a:solidFill>
                  <a:srgbClr val="339966"/>
                </a:solidFill>
                <a:latin typeface="Constantia"/>
                <a:ea typeface="Constantia"/>
                <a:cs typeface="Constantia"/>
                <a:sym typeface="Constantia"/>
              </a:rPr>
              <a:t>a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tantia"/>
              <a:buNone/>
            </a:pPr>
            <a:r>
              <a:rPr lang="en-US" sz="1800" b="0" i="0" u="non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Professor, Department of CSE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tantia"/>
              <a:buNone/>
            </a:pPr>
            <a:r>
              <a:rPr lang="en-US" sz="1800" b="0" i="0" u="non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&amp; Director of ICT 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tantia"/>
              <a:buNone/>
            </a:pPr>
            <a:r>
              <a:rPr lang="en-US" sz="1800" b="0" i="0" u="non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Ahsanullah University of Science &amp; Technology (AUST)</a:t>
            </a:r>
            <a:endParaRPr sz="400" b="0" i="0" u="none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</a:pPr>
            <a:endParaRPr sz="1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Contact:    </a:t>
            </a:r>
            <a:r>
              <a:rPr lang="en-US" sz="18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kalpoma@aust.com</a:t>
            </a:r>
            <a:r>
              <a:rPr lang="en-US"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endParaRPr sz="18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0" name="Google Shape;590;p1"/>
          <p:cNvSpPr txBox="1"/>
          <p:nvPr/>
        </p:nvSpPr>
        <p:spPr>
          <a:xfrm>
            <a:off x="1160462" y="6118225"/>
            <a:ext cx="386873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CSE | AUST </a:t>
            </a:r>
            <a:endParaRPr/>
          </a:p>
        </p:txBody>
      </p:sp>
      <p:pic>
        <p:nvPicPr>
          <p:cNvPr id="591" name="Google Shape;591;p1"/>
          <p:cNvPicPr preferRelativeResize="0"/>
          <p:nvPr/>
        </p:nvPicPr>
        <p:blipFill rotWithShape="1">
          <a:blip r:embed="rId4">
            <a:alphaModFix/>
          </a:blip>
          <a:srcRect l="9219" t="367" r="7809"/>
          <a:stretch/>
        </p:blipFill>
        <p:spPr>
          <a:xfrm>
            <a:off x="228600" y="5791200"/>
            <a:ext cx="838200" cy="931862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1"/>
          <p:cNvSpPr txBox="1"/>
          <p:nvPr/>
        </p:nvSpPr>
        <p:spPr>
          <a:xfrm>
            <a:off x="7010400" y="6096000"/>
            <a:ext cx="1981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/>
              <a:t>Fall</a:t>
            </a: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2022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4000"/>
              <a:buFont typeface="Arial"/>
              <a:buNone/>
            </a:pPr>
            <a:r>
              <a:rPr lang="en-US" sz="4000" b="0" i="0" u="sng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  <a:t>Today’s Contents</a:t>
            </a:r>
            <a:r>
              <a:rPr lang="en-US" sz="4000" b="0" i="0" u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601" name="Google Shape;601;p2"/>
          <p:cNvSpPr txBox="1">
            <a:spLocks noGrp="1"/>
          </p:cNvSpPr>
          <p:nvPr>
            <p:ph type="body" idx="1"/>
          </p:nvPr>
        </p:nvSpPr>
        <p:spPr>
          <a:xfrm>
            <a:off x="533400" y="121920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marR="0" lvl="1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5A955"/>
              </a:buClr>
              <a:buSzPts val="2400"/>
              <a:buFont typeface="Noto Sans Symbols"/>
              <a:buChar char="❑"/>
            </a:pPr>
            <a:r>
              <a:rPr lang="en-US" sz="2400" b="1" i="0" u="none" strike="noStrike" cap="none">
                <a:solidFill>
                  <a:srgbClr val="55A955"/>
                </a:solidFill>
                <a:latin typeface="Constantia"/>
                <a:ea typeface="Constantia"/>
                <a:cs typeface="Constantia"/>
                <a:sym typeface="Constantia"/>
              </a:rPr>
              <a:t>Region Based Segmentation</a:t>
            </a:r>
            <a:endParaRPr/>
          </a:p>
          <a:p>
            <a:pPr marL="1143000" marR="0" lvl="2" indent="-2286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55A955"/>
              </a:buClr>
              <a:buSzPts val="2000"/>
              <a:buFont typeface="Noto Sans Symbols"/>
              <a:buChar char="❑"/>
            </a:pPr>
            <a:r>
              <a:rPr lang="en-US" sz="2000" b="1" i="0" u="none" strike="noStrike" cap="none">
                <a:solidFill>
                  <a:srgbClr val="55A955"/>
                </a:solidFill>
                <a:latin typeface="Constantia"/>
                <a:ea typeface="Constantia"/>
                <a:cs typeface="Constantia"/>
                <a:sym typeface="Constantia"/>
              </a:rPr>
              <a:t>What is a Region</a:t>
            </a:r>
            <a:endParaRPr/>
          </a:p>
          <a:p>
            <a:pPr marL="1143000" marR="0" lvl="2" indent="-2286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55A955"/>
              </a:buClr>
              <a:buSzPts val="2000"/>
              <a:buFont typeface="Noto Sans Symbols"/>
              <a:buChar char="❑"/>
            </a:pPr>
            <a:r>
              <a:rPr lang="en-US" sz="2000" b="1" i="0" u="none" strike="noStrike" cap="none">
                <a:solidFill>
                  <a:srgbClr val="55A955"/>
                </a:solidFill>
                <a:latin typeface="Constantia"/>
                <a:ea typeface="Constantia"/>
                <a:cs typeface="Constantia"/>
                <a:sym typeface="Constantia"/>
              </a:rPr>
              <a:t>Region Growing, and </a:t>
            </a:r>
            <a:endParaRPr/>
          </a:p>
          <a:p>
            <a:pPr marL="1143000" marR="0" lvl="2" indent="-2286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55A955"/>
              </a:buClr>
              <a:buSzPts val="2000"/>
              <a:buFont typeface="Noto Sans Symbols"/>
              <a:buChar char="❑"/>
            </a:pPr>
            <a:r>
              <a:rPr lang="en-US" sz="2000" b="1" i="0" u="none" strike="noStrike" cap="none">
                <a:solidFill>
                  <a:srgbClr val="55A955"/>
                </a:solidFill>
                <a:latin typeface="Constantia"/>
                <a:ea typeface="Constantia"/>
                <a:cs typeface="Constantia"/>
                <a:sym typeface="Constantia"/>
              </a:rPr>
              <a:t>Region Splitting &amp; Merging</a:t>
            </a:r>
            <a:endParaRPr/>
          </a:p>
          <a:p>
            <a:pPr marL="742950" marR="0" lvl="1" indent="-285750" algn="l" rtl="0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rgbClr val="55A955"/>
              </a:buClr>
              <a:buSzPts val="2400"/>
              <a:buFont typeface="Noto Sans Symbols"/>
              <a:buChar char="❑"/>
            </a:pPr>
            <a:r>
              <a:rPr lang="en-US" sz="2400" b="1" i="0" u="none" strike="noStrike" cap="none">
                <a:solidFill>
                  <a:srgbClr val="55A955"/>
                </a:solidFill>
                <a:latin typeface="Constantia"/>
                <a:ea typeface="Constantia"/>
                <a:cs typeface="Constantia"/>
                <a:sym typeface="Constantia"/>
              </a:rPr>
              <a:t>Thresholding Based Segmentation </a:t>
            </a:r>
            <a:endParaRPr/>
          </a:p>
          <a:p>
            <a:pPr marL="1143000" marR="0" lvl="2" indent="-2286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55A955"/>
              </a:buClr>
              <a:buSzPts val="2000"/>
              <a:buFont typeface="Noto Sans Symbols"/>
              <a:buChar char="❑"/>
            </a:pPr>
            <a:r>
              <a:rPr lang="en-US" sz="2000" b="1" i="0" u="none" strike="noStrike" cap="none">
                <a:solidFill>
                  <a:srgbClr val="55A955"/>
                </a:solidFill>
                <a:latin typeface="Constantia"/>
                <a:ea typeface="Constantia"/>
                <a:cs typeface="Constantia"/>
                <a:sym typeface="Constantia"/>
              </a:rPr>
              <a:t>GLOBAL</a:t>
            </a:r>
            <a:endParaRPr/>
          </a:p>
          <a:p>
            <a:pPr marL="1143000" marR="0" lvl="2" indent="-2286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55A955"/>
              </a:buClr>
              <a:buSzPts val="2000"/>
              <a:buFont typeface="Noto Sans Symbols"/>
              <a:buChar char="❑"/>
            </a:pPr>
            <a:r>
              <a:rPr lang="en-US" sz="2000" b="1" i="0" u="none" strike="noStrike" cap="none">
                <a:solidFill>
                  <a:srgbClr val="55A955"/>
                </a:solidFill>
                <a:latin typeface="Constantia"/>
                <a:ea typeface="Constantia"/>
                <a:cs typeface="Constantia"/>
                <a:sym typeface="Constantia"/>
              </a:rPr>
              <a:t>ADAPTIVE</a:t>
            </a:r>
            <a:endParaRPr/>
          </a:p>
          <a:p>
            <a:pPr marL="1143000" marR="0" lvl="2" indent="-2286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55A955"/>
              </a:buClr>
              <a:buSzPts val="2000"/>
              <a:buFont typeface="Noto Sans Symbols"/>
              <a:buChar char="❑"/>
            </a:pPr>
            <a:r>
              <a:rPr lang="en-US" sz="2000" b="1" i="0" u="none" strike="noStrike" cap="none">
                <a:solidFill>
                  <a:srgbClr val="55A955"/>
                </a:solidFill>
                <a:latin typeface="Constantia"/>
                <a:ea typeface="Constantia"/>
                <a:cs typeface="Constantia"/>
                <a:sym typeface="Constantia"/>
              </a:rPr>
              <a:t>LOCAL</a:t>
            </a:r>
            <a:endParaRPr/>
          </a:p>
          <a:p>
            <a:pPr marL="1143000" marR="0" lvl="2" indent="-2286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660066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rgbClr val="55A955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1143000" marR="0" lvl="2" indent="-1016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660066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rgbClr val="55A95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133350" algn="l" rtl="0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rgbClr val="336600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rgbClr val="3366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133350" algn="l" rtl="0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rgbClr val="336600"/>
              </a:buClr>
              <a:buSzPts val="2400"/>
              <a:buFont typeface="Noto Sans Symbols"/>
              <a:buNone/>
            </a:pPr>
            <a:endParaRPr sz="2400" b="1" i="0" u="none" strike="noStrike" cap="none">
              <a:solidFill>
                <a:srgbClr val="3366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742950" marR="0" lvl="1" indent="-133350" algn="l" rtl="0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rgbClr val="336600"/>
              </a:buClr>
              <a:buSzPts val="2400"/>
              <a:buFont typeface="Noto Sans Symbols"/>
              <a:buNone/>
            </a:pPr>
            <a:endParaRPr sz="2400" b="1" i="0" u="none" strike="noStrike" cap="none">
              <a:solidFill>
                <a:srgbClr val="3366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3366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602" name="Google Shape;602;p2"/>
          <p:cNvSpPr txBox="1"/>
          <p:nvPr/>
        </p:nvSpPr>
        <p:spPr>
          <a:xfrm>
            <a:off x="457200" y="5410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•"/>
            </a:pPr>
            <a:r>
              <a:rPr lang="en-US" sz="1800" b="0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Chapter 10 from R.C. Gonzalez and R.E. Woods, Digital Image Processing (3rd Edition), Prentice Hall, 2008 	[ </a:t>
            </a:r>
            <a:r>
              <a:rPr lang="en-US" sz="18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Section 10.1, 10.2 (excluding 10.2.7) </a:t>
            </a:r>
            <a:r>
              <a:rPr lang="en-US" sz="1800" b="0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  <a:t>Segmentation Algorithms</a:t>
            </a:r>
            <a:endParaRPr/>
          </a:p>
        </p:txBody>
      </p:sp>
      <p:sp>
        <p:nvSpPr>
          <p:cNvPr id="608" name="Google Shape;608;p3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8610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lang="en-US" sz="2800" b="0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Segmentation can be performed based on one of the following two basic properties of intensity values: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0000FF"/>
              </a:buClr>
              <a:buSzPts val="1100"/>
              <a:buFont typeface="Noto Sans Symbols"/>
              <a:buNone/>
            </a:pPr>
            <a:endParaRPr sz="1100" b="0" i="0" u="none" dirty="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00050" marR="0" lvl="1" indent="-203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336600"/>
              </a:buClr>
              <a:buSzPts val="3200"/>
              <a:buFont typeface="Noto Sans Symbols"/>
              <a:buChar char="❑"/>
            </a:pPr>
            <a:r>
              <a:rPr lang="en-US" sz="3200" b="1" i="0" u="none" strike="noStrike" cap="none" dirty="0">
                <a:solidFill>
                  <a:srgbClr val="336600"/>
                </a:solidFill>
                <a:latin typeface="Arial"/>
                <a:ea typeface="Arial"/>
                <a:cs typeface="Arial"/>
                <a:sym typeface="Arial"/>
              </a:rPr>
              <a:t>Similarity </a:t>
            </a:r>
            <a:endParaRPr dirty="0"/>
          </a:p>
          <a:p>
            <a:pPr marL="400050" marR="0" lvl="1" indent="-203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336600"/>
              </a:buClr>
              <a:buSzPts val="3200"/>
              <a:buFont typeface="Noto Sans Symbols"/>
              <a:buChar char="⮚"/>
            </a:pPr>
            <a:r>
              <a:rPr lang="en-US" sz="3200" b="0" i="0" u="none" strike="noStrike" cap="none" dirty="0">
                <a:solidFill>
                  <a:srgbClr val="336600"/>
                </a:solidFill>
                <a:latin typeface="Arial"/>
                <a:ea typeface="Arial"/>
                <a:cs typeface="Arial"/>
                <a:sym typeface="Arial"/>
              </a:rPr>
              <a:t>Partitioning an image into regions that are similar according to a set of predefines criteria.</a:t>
            </a:r>
            <a:endParaRPr dirty="0"/>
          </a:p>
          <a:p>
            <a:pPr marL="400050" marR="0" lvl="1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36600"/>
              </a:buClr>
              <a:buSzPts val="1000"/>
              <a:buFont typeface="Noto Sans Symbols"/>
              <a:buNone/>
            </a:pPr>
            <a:endParaRPr sz="1000" b="0" i="0" u="none" strike="noStrike" cap="none" dirty="0">
              <a:solidFill>
                <a:srgbClr val="3366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00050" marR="0" lvl="1" indent="-203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336600"/>
              </a:buClr>
              <a:buSzPts val="3200"/>
              <a:buFont typeface="Noto Sans Symbols"/>
              <a:buChar char="❑"/>
            </a:pPr>
            <a:r>
              <a:rPr lang="en-US" sz="3200" b="1" i="0" u="none" strike="noStrike" cap="none" dirty="0">
                <a:solidFill>
                  <a:srgbClr val="336600"/>
                </a:solidFill>
                <a:latin typeface="Arial"/>
                <a:ea typeface="Arial"/>
                <a:cs typeface="Arial"/>
                <a:sym typeface="Arial"/>
              </a:rPr>
              <a:t>Discontinuity</a:t>
            </a:r>
            <a:endParaRPr dirty="0"/>
          </a:p>
          <a:p>
            <a:pPr marL="400050" marR="0" lvl="1" indent="-203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336600"/>
              </a:buClr>
              <a:buSzPts val="3200"/>
              <a:buFont typeface="Noto Sans Symbols"/>
              <a:buChar char="⮚"/>
            </a:pPr>
            <a:r>
              <a:rPr lang="en-US" sz="3200" b="0" i="0" u="none" strike="noStrike" cap="none" dirty="0">
                <a:solidFill>
                  <a:srgbClr val="336600"/>
                </a:solidFill>
                <a:latin typeface="Arial"/>
                <a:ea typeface="Arial"/>
                <a:cs typeface="Arial"/>
                <a:sym typeface="Arial"/>
              </a:rPr>
              <a:t>Detecting boundaries of regions based on local discontinuity in intensity.</a:t>
            </a:r>
            <a:endParaRPr sz="2400" b="0" i="0" u="none" strike="noStrike" cap="none" dirty="0">
              <a:solidFill>
                <a:srgbClr val="3366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3366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libri"/>
              <a:buNone/>
            </a:pPr>
            <a:r>
              <a:rPr lang="en-US" sz="3600" b="1" i="0" u="sng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Region based segmentation</a:t>
            </a:r>
            <a:endParaRPr dirty="0"/>
          </a:p>
        </p:txBody>
      </p:sp>
      <p:sp>
        <p:nvSpPr>
          <p:cNvPr id="615" name="Google Shape;615;p4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edge detection we segment an image by identifying the boundaries of the objects.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boundaries are the locations where the intensity is changed.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 the </a:t>
            </a:r>
            <a:r>
              <a:rPr lang="en-US" sz="3200" b="1" i="0" u="none" strike="noStrike" cap="none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region based segmentation </a:t>
            </a:r>
            <a:r>
              <a:rPr lang="en-US" sz="3200" b="0" i="0" u="none" strike="noStrike" cap="none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approach, we will identify regions occupied by the objects.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Arial"/>
              <a:buChar char="•"/>
            </a:pPr>
            <a:r>
              <a:rPr lang="en-US" sz="3200" b="0" i="0" u="none" strike="noStrike" cap="none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We will group pixels which are </a:t>
            </a:r>
            <a:r>
              <a:rPr lang="en-US" sz="3200" b="1" i="0" u="none" strike="noStrike" cap="none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similar in some region property. 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1" name="Google Shape;621;p5" descr="What is a Region?&#10; Basic definition :- A group of connected&#10;pixels with similar properties.&#10; Important in interpreting a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34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5"/>
          <p:cNvSpPr txBox="1"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7" name="Google Shape;627;p6"/>
          <p:cNvGraphicFramePr/>
          <p:nvPr/>
        </p:nvGraphicFramePr>
        <p:xfrm>
          <a:off x="1524000" y="1397000"/>
          <a:ext cx="6400800" cy="4241800"/>
        </p:xfrm>
        <a:graphic>
          <a:graphicData uri="http://schemas.openxmlformats.org/drawingml/2006/table">
            <a:tbl>
              <a:tblPr>
                <a:noFill/>
                <a:tableStyleId>{28DF7EB1-6169-4724-9FDF-D725A1A5F8CB}</a:tableStyleId>
              </a:tblPr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28" name="Google Shape;628;p6"/>
          <p:cNvSpPr txBox="1"/>
          <p:nvPr/>
        </p:nvSpPr>
        <p:spPr>
          <a:xfrm>
            <a:off x="8382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Times New Roman"/>
              <a:buNone/>
            </a:pPr>
            <a:r>
              <a:rPr lang="en-US" sz="3600" b="1" i="0" u="sng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 Pixels</a:t>
            </a:r>
            <a:endParaRPr/>
          </a:p>
        </p:txBody>
      </p:sp>
      <p:sp>
        <p:nvSpPr>
          <p:cNvPr id="629" name="Google Shape;629;p6"/>
          <p:cNvSpPr txBox="1"/>
          <p:nvPr/>
        </p:nvSpPr>
        <p:spPr>
          <a:xfrm>
            <a:off x="3276600" y="5867400"/>
            <a:ext cx="2554287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8x8 cropped Image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4" name="Google Shape;634;p7"/>
          <p:cNvGraphicFramePr/>
          <p:nvPr/>
        </p:nvGraphicFramePr>
        <p:xfrm>
          <a:off x="1524000" y="1397000"/>
          <a:ext cx="6400800" cy="4241800"/>
        </p:xfrm>
        <a:graphic>
          <a:graphicData uri="http://schemas.openxmlformats.org/drawingml/2006/table">
            <a:tbl>
              <a:tblPr>
                <a:noFill/>
                <a:tableStyleId>{28DF7EB1-6169-4724-9FDF-D725A1A5F8CB}</a:tableStyleId>
              </a:tblPr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35" name="Google Shape;635;p7"/>
          <p:cNvSpPr txBox="1"/>
          <p:nvPr/>
        </p:nvSpPr>
        <p:spPr>
          <a:xfrm>
            <a:off x="457200" y="304800"/>
            <a:ext cx="8610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Times New Roman"/>
              <a:buNone/>
            </a:pPr>
            <a:r>
              <a:rPr lang="en-US" sz="3600" b="1" i="0" u="sng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 based vs Region based Segmentation</a:t>
            </a:r>
            <a:endParaRPr/>
          </a:p>
        </p:txBody>
      </p:sp>
      <p:sp>
        <p:nvSpPr>
          <p:cNvPr id="636" name="Google Shape;636;p7"/>
          <p:cNvSpPr txBox="1"/>
          <p:nvPr/>
        </p:nvSpPr>
        <p:spPr>
          <a:xfrm>
            <a:off x="3276600" y="5867400"/>
            <a:ext cx="2554287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8x8 cropped Image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2" name="Google Shape;642;p8"/>
          <p:cNvGraphicFramePr/>
          <p:nvPr/>
        </p:nvGraphicFramePr>
        <p:xfrm>
          <a:off x="1524000" y="1397000"/>
          <a:ext cx="6400800" cy="4241800"/>
        </p:xfrm>
        <a:graphic>
          <a:graphicData uri="http://schemas.openxmlformats.org/drawingml/2006/table">
            <a:tbl>
              <a:tblPr>
                <a:noFill/>
                <a:tableStyleId>{28DF7EB1-6169-4724-9FDF-D725A1A5F8CB}</a:tableStyleId>
              </a:tblPr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43" name="Google Shape;643;p8"/>
          <p:cNvSpPr txBox="1"/>
          <p:nvPr/>
        </p:nvSpPr>
        <p:spPr>
          <a:xfrm>
            <a:off x="457200" y="304800"/>
            <a:ext cx="8610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Times New Roman"/>
              <a:buNone/>
            </a:pPr>
            <a:r>
              <a:rPr lang="en-US" sz="3600" b="1" i="0" u="sng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 based vs Region based Segmentation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49" name="Google Shape;64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2519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9"/>
          <p:cNvSpPr txBox="1"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600"/>
              <a:buFont typeface="Constantia"/>
              <a:buNone/>
            </a:pPr>
            <a:r>
              <a:rPr lang="en-US" sz="3600" b="1" i="0" u="sng">
                <a:solidFill>
                  <a:srgbClr val="993300"/>
                </a:solidFill>
                <a:latin typeface="Constantia"/>
                <a:ea typeface="Constantia"/>
                <a:cs typeface="Constantia"/>
                <a:sym typeface="Constantia"/>
              </a:rPr>
              <a:t>Region Based Segmentation Method</a:t>
            </a:r>
            <a:endParaRPr/>
          </a:p>
        </p:txBody>
      </p:sp>
      <p:sp>
        <p:nvSpPr>
          <p:cNvPr id="656" name="Google Shape;656;p10"/>
          <p:cNvSpPr txBox="1">
            <a:spLocks noGrp="1"/>
          </p:cNvSpPr>
          <p:nvPr>
            <p:ph type="body" idx="1"/>
          </p:nvPr>
        </p:nvSpPr>
        <p:spPr>
          <a:xfrm>
            <a:off x="471487" y="1727200"/>
            <a:ext cx="8229600" cy="3927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Char char="❑"/>
            </a:pPr>
            <a:r>
              <a:rPr lang="en-US" sz="2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Segments the image into various regions having similar characteristics.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778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Char char="❑"/>
            </a:pPr>
            <a:r>
              <a:rPr lang="en-US" sz="2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The two basic techniques based on this method are: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	i)  Region Growing, and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	ii) Region Splitting &amp; Merging.</a:t>
            </a:r>
            <a:endParaRPr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endParaRPr sz="28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914400"/>
            <a:ext cx="8632825" cy="46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2"/>
          <p:cNvSpPr txBox="1"/>
          <p:nvPr/>
        </p:nvSpPr>
        <p:spPr>
          <a:xfrm>
            <a:off x="6858000" y="6019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/>
          </a:p>
        </p:txBody>
      </p:sp>
      <p:sp>
        <p:nvSpPr>
          <p:cNvPr id="667" name="Google Shape;667;p12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600"/>
              <a:buFont typeface="Tahoma"/>
              <a:buNone/>
            </a:pPr>
            <a:r>
              <a:rPr lang="en-US" sz="3600" b="0" i="0" u="none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Region Growing</a:t>
            </a:r>
            <a:endParaRPr/>
          </a:p>
        </p:txBody>
      </p:sp>
      <p:sp>
        <p:nvSpPr>
          <p:cNvPr id="668" name="Google Shape;668;p12"/>
          <p:cNvSpPr txBox="1"/>
          <p:nvPr/>
        </p:nvSpPr>
        <p:spPr>
          <a:xfrm>
            <a:off x="746125" y="1870075"/>
            <a:ext cx="6759575" cy="1196975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00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 growing</a:t>
            </a:r>
            <a:r>
              <a:rPr lang="en-US" sz="2400" b="0" i="0" u="none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techniques start with one pixel of a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potential region and try to </a:t>
            </a:r>
            <a:r>
              <a:rPr lang="en-US" sz="2400" b="0" i="0" u="none">
                <a:solidFill>
                  <a:srgbClr val="00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grow</a:t>
            </a:r>
            <a:r>
              <a:rPr lang="en-US" sz="2400" b="0" i="0" u="none">
                <a:solidFill>
                  <a:srgbClr val="FFFF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by adding adjacent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pixels till the pixels being compared are too disimilar.</a:t>
            </a:r>
            <a:endParaRPr/>
          </a:p>
        </p:txBody>
      </p:sp>
      <p:sp>
        <p:nvSpPr>
          <p:cNvPr id="669" name="Google Shape;669;p12"/>
          <p:cNvSpPr txBox="1"/>
          <p:nvPr/>
        </p:nvSpPr>
        <p:spPr>
          <a:xfrm>
            <a:off x="6248400" y="609600"/>
            <a:ext cx="1447800" cy="1066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0" name="Google Shape;670;p12"/>
          <p:cNvSpPr/>
          <p:nvPr/>
        </p:nvSpPr>
        <p:spPr>
          <a:xfrm>
            <a:off x="6234112" y="582612"/>
            <a:ext cx="938212" cy="595312"/>
          </a:xfrm>
          <a:custGeom>
            <a:avLst/>
            <a:gdLst/>
            <a:ahLst/>
            <a:cxnLst/>
            <a:rect l="l" t="t" r="r" b="b"/>
            <a:pathLst>
              <a:path w="591" h="375" extrusionOk="0">
                <a:moveTo>
                  <a:pt x="18" y="11"/>
                </a:moveTo>
                <a:cubicBezTo>
                  <a:pt x="78" y="13"/>
                  <a:pt x="138" y="15"/>
                  <a:pt x="198" y="17"/>
                </a:cubicBezTo>
                <a:cubicBezTo>
                  <a:pt x="280" y="20"/>
                  <a:pt x="387" y="0"/>
                  <a:pt x="442" y="75"/>
                </a:cubicBezTo>
                <a:cubicBezTo>
                  <a:pt x="451" y="109"/>
                  <a:pt x="452" y="148"/>
                  <a:pt x="483" y="168"/>
                </a:cubicBezTo>
                <a:cubicBezTo>
                  <a:pt x="486" y="193"/>
                  <a:pt x="481" y="223"/>
                  <a:pt x="495" y="244"/>
                </a:cubicBezTo>
                <a:cubicBezTo>
                  <a:pt x="498" y="249"/>
                  <a:pt x="507" y="247"/>
                  <a:pt x="512" y="250"/>
                </a:cubicBezTo>
                <a:cubicBezTo>
                  <a:pt x="524" y="257"/>
                  <a:pt x="535" y="265"/>
                  <a:pt x="547" y="273"/>
                </a:cubicBezTo>
                <a:cubicBezTo>
                  <a:pt x="591" y="336"/>
                  <a:pt x="492" y="361"/>
                  <a:pt x="448" y="372"/>
                </a:cubicBezTo>
                <a:cubicBezTo>
                  <a:pt x="425" y="370"/>
                  <a:pt x="399" y="375"/>
                  <a:pt x="378" y="366"/>
                </a:cubicBezTo>
                <a:cubicBezTo>
                  <a:pt x="365" y="360"/>
                  <a:pt x="368" y="336"/>
                  <a:pt x="355" y="331"/>
                </a:cubicBezTo>
                <a:cubicBezTo>
                  <a:pt x="331" y="323"/>
                  <a:pt x="343" y="328"/>
                  <a:pt x="320" y="314"/>
                </a:cubicBezTo>
                <a:cubicBezTo>
                  <a:pt x="267" y="318"/>
                  <a:pt x="220" y="320"/>
                  <a:pt x="169" y="331"/>
                </a:cubicBezTo>
                <a:cubicBezTo>
                  <a:pt x="130" y="329"/>
                  <a:pt x="92" y="325"/>
                  <a:pt x="53" y="325"/>
                </a:cubicBezTo>
                <a:cubicBezTo>
                  <a:pt x="47" y="325"/>
                  <a:pt x="41" y="334"/>
                  <a:pt x="35" y="331"/>
                </a:cubicBezTo>
                <a:cubicBezTo>
                  <a:pt x="30" y="328"/>
                  <a:pt x="33" y="318"/>
                  <a:pt x="29" y="314"/>
                </a:cubicBezTo>
                <a:cubicBezTo>
                  <a:pt x="25" y="310"/>
                  <a:pt x="18" y="310"/>
                  <a:pt x="12" y="308"/>
                </a:cubicBezTo>
                <a:cubicBezTo>
                  <a:pt x="10" y="244"/>
                  <a:pt x="9" y="180"/>
                  <a:pt x="6" y="116"/>
                </a:cubicBezTo>
                <a:cubicBezTo>
                  <a:pt x="5" y="95"/>
                  <a:pt x="0" y="73"/>
                  <a:pt x="0" y="52"/>
                </a:cubicBezTo>
                <a:cubicBezTo>
                  <a:pt x="0" y="31"/>
                  <a:pt x="19" y="11"/>
                  <a:pt x="18" y="11"/>
                </a:cubicBezTo>
                <a:close/>
              </a:path>
            </a:pathLst>
          </a:custGeom>
          <a:solidFill>
            <a:srgbClr val="FFFF66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1" name="Google Shape;671;p12"/>
          <p:cNvSpPr txBox="1"/>
          <p:nvPr/>
        </p:nvSpPr>
        <p:spPr>
          <a:xfrm>
            <a:off x="746125" y="3470275"/>
            <a:ext cx="7159625" cy="230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2400"/>
              <a:buFont typeface="Times New Roman"/>
              <a:buChar char="•"/>
            </a:pPr>
            <a:r>
              <a:rPr lang="en-US" sz="2400" b="0" i="0" u="none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>
                <a:solidFill>
                  <a:srgbClr val="FFFF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first pixel selection can be just the first unlabeled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66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FFFF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pixel in the image or a set of seed pixels can be chosen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66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FFFF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from the image.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endParaRPr sz="2400" b="0" i="0" u="none">
              <a:solidFill>
                <a:srgbClr val="FFFF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2400"/>
              <a:buFont typeface="Times New Roman"/>
              <a:buChar char="•"/>
            </a:pPr>
            <a:r>
              <a:rPr lang="en-US" sz="2400" b="0" i="0" u="none">
                <a:solidFill>
                  <a:srgbClr val="F8F8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Usually a statistical test is used to decide which pixels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can be added to a region.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13"/>
          <p:cNvSpPr txBox="1">
            <a:spLocks noGrp="1"/>
          </p:cNvSpPr>
          <p:nvPr>
            <p:ph type="title"/>
          </p:nvPr>
        </p:nvSpPr>
        <p:spPr>
          <a:xfrm>
            <a:off x="301625" y="228600"/>
            <a:ext cx="85407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ahoma"/>
              <a:buNone/>
            </a:pPr>
            <a:r>
              <a:rPr lang="en-US" sz="32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Region-Based Segmentation</a:t>
            </a:r>
            <a:endParaRPr/>
          </a:p>
        </p:txBody>
      </p:sp>
      <p:sp>
        <p:nvSpPr>
          <p:cNvPr id="677" name="Google Shape;677;p13"/>
          <p:cNvSpPr txBox="1">
            <a:spLocks noGrp="1"/>
          </p:cNvSpPr>
          <p:nvPr>
            <p:ph type="body" idx="1"/>
          </p:nvPr>
        </p:nvSpPr>
        <p:spPr>
          <a:xfrm>
            <a:off x="301625" y="1600200"/>
            <a:ext cx="8540750" cy="4498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lang="en-US" sz="2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</a:t>
            </a:r>
            <a:r>
              <a:rPr lang="en-US" sz="24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Example: Region Growing based on 8-connectivity</a:t>
            </a:r>
            <a:r>
              <a:rPr lang="en-US" sz="32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dirty="0"/>
          </a:p>
          <a:p>
            <a:pPr marL="342900" lvl="0" indent="-180340" algn="l" rtl="0">
              <a:spcBef>
                <a:spcPts val="640"/>
              </a:spcBef>
              <a:spcAft>
                <a:spcPts val="0"/>
              </a:spcAft>
              <a:buSzPts val="2560"/>
              <a:buNone/>
            </a:pPr>
            <a:endParaRPr sz="3200" b="0" i="0" u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78" name="Google Shape;67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6312" y="2700337"/>
            <a:ext cx="6565900" cy="190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4"/>
          <p:cNvSpPr txBox="1">
            <a:spLocks noGrp="1"/>
          </p:cNvSpPr>
          <p:nvPr>
            <p:ph type="title"/>
          </p:nvPr>
        </p:nvSpPr>
        <p:spPr>
          <a:xfrm>
            <a:off x="301625" y="228600"/>
            <a:ext cx="85407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Region Growing Algorithm</a:t>
            </a:r>
            <a:endParaRPr/>
          </a:p>
        </p:txBody>
      </p:sp>
      <p:sp>
        <p:nvSpPr>
          <p:cNvPr id="684" name="Google Shape;684;p14"/>
          <p:cNvSpPr txBox="1">
            <a:spLocks noGrp="1"/>
          </p:cNvSpPr>
          <p:nvPr>
            <p:ph type="body" idx="1"/>
          </p:nvPr>
        </p:nvSpPr>
        <p:spPr>
          <a:xfrm>
            <a:off x="301625" y="1600200"/>
            <a:ext cx="8540750" cy="4498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18034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560"/>
              <a:buFont typeface="Arial"/>
              <a:buNone/>
            </a:pP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85" name="Google Shape;685;p14"/>
          <p:cNvSpPr txBox="1"/>
          <p:nvPr/>
        </p:nvSpPr>
        <p:spPr>
          <a:xfrm>
            <a:off x="301625" y="6245225"/>
            <a:ext cx="228917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686" name="Google Shape;686;p14"/>
          <p:cNvSpPr txBox="1"/>
          <p:nvPr/>
        </p:nvSpPr>
        <p:spPr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/>
          </a:p>
        </p:txBody>
      </p:sp>
      <p:pic>
        <p:nvPicPr>
          <p:cNvPr id="687" name="Google Shape;68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1600200"/>
            <a:ext cx="868045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5"/>
          <p:cNvSpPr txBox="1">
            <a:spLocks noGrp="1"/>
          </p:cNvSpPr>
          <p:nvPr>
            <p:ph type="title"/>
          </p:nvPr>
        </p:nvSpPr>
        <p:spPr>
          <a:xfrm>
            <a:off x="301625" y="228600"/>
            <a:ext cx="85407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sng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Example</a:t>
            </a:r>
            <a:endParaRPr/>
          </a:p>
        </p:txBody>
      </p:sp>
      <p:pic>
        <p:nvPicPr>
          <p:cNvPr id="693" name="Google Shape;69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6062" y="1447800"/>
            <a:ext cx="8682037" cy="39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6062" y="1355725"/>
            <a:ext cx="8682037" cy="3902075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16"/>
          <p:cNvSpPr txBox="1"/>
          <p:nvPr/>
        </p:nvSpPr>
        <p:spPr>
          <a:xfrm>
            <a:off x="4340225" y="4179887"/>
            <a:ext cx="420687" cy="231775"/>
          </a:xfrm>
          <a:prstGeom prst="rect">
            <a:avLst/>
          </a:prstGeom>
          <a:solidFill>
            <a:srgbClr val="FF0000">
              <a:alpha val="44705"/>
            </a:srgbClr>
          </a:solidFill>
          <a:ln w="9525" cap="flat" cmpd="sng">
            <a:solidFill>
              <a:srgbClr val="FF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0" name="Google Shape;700;p16"/>
          <p:cNvSpPr txBox="1"/>
          <p:nvPr/>
        </p:nvSpPr>
        <p:spPr>
          <a:xfrm>
            <a:off x="4349750" y="4418012"/>
            <a:ext cx="420687" cy="231775"/>
          </a:xfrm>
          <a:prstGeom prst="rect">
            <a:avLst/>
          </a:prstGeom>
          <a:solidFill>
            <a:srgbClr val="FF0000">
              <a:alpha val="44705"/>
            </a:srgbClr>
          </a:solidFill>
          <a:ln w="9525" cap="flat" cmpd="sng">
            <a:solidFill>
              <a:srgbClr val="FF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1" name="Google Shape;701;p16"/>
          <p:cNvSpPr txBox="1"/>
          <p:nvPr/>
        </p:nvSpPr>
        <p:spPr>
          <a:xfrm>
            <a:off x="4335462" y="3932237"/>
            <a:ext cx="420687" cy="231775"/>
          </a:xfrm>
          <a:prstGeom prst="rect">
            <a:avLst/>
          </a:prstGeom>
          <a:solidFill>
            <a:srgbClr val="FF0000">
              <a:alpha val="44705"/>
            </a:srgbClr>
          </a:solidFill>
          <a:ln w="9525" cap="flat" cmpd="sng">
            <a:solidFill>
              <a:srgbClr val="FF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2" name="Google Shape;702;p16"/>
          <p:cNvSpPr txBox="1"/>
          <p:nvPr/>
        </p:nvSpPr>
        <p:spPr>
          <a:xfrm>
            <a:off x="4749800" y="4432300"/>
            <a:ext cx="420687" cy="231775"/>
          </a:xfrm>
          <a:prstGeom prst="rect">
            <a:avLst/>
          </a:prstGeom>
          <a:solidFill>
            <a:srgbClr val="FF0000">
              <a:alpha val="44705"/>
            </a:srgbClr>
          </a:solidFill>
          <a:ln w="9525" cap="flat" cmpd="sng">
            <a:solidFill>
              <a:srgbClr val="FF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3" name="Google Shape;703;p16"/>
          <p:cNvSpPr txBox="1"/>
          <p:nvPr/>
        </p:nvSpPr>
        <p:spPr>
          <a:xfrm>
            <a:off x="4764087" y="4175125"/>
            <a:ext cx="420687" cy="231775"/>
          </a:xfrm>
          <a:prstGeom prst="rect">
            <a:avLst/>
          </a:prstGeom>
          <a:solidFill>
            <a:srgbClr val="FF0000">
              <a:alpha val="44705"/>
            </a:srgbClr>
          </a:solidFill>
          <a:ln w="9525" cap="flat" cmpd="sng">
            <a:solidFill>
              <a:srgbClr val="FF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4" name="Google Shape;704;p16"/>
          <p:cNvSpPr txBox="1"/>
          <p:nvPr/>
        </p:nvSpPr>
        <p:spPr>
          <a:xfrm>
            <a:off x="4749800" y="3932237"/>
            <a:ext cx="420687" cy="231775"/>
          </a:xfrm>
          <a:prstGeom prst="rect">
            <a:avLst/>
          </a:prstGeom>
          <a:solidFill>
            <a:srgbClr val="FF0000">
              <a:alpha val="44705"/>
            </a:srgbClr>
          </a:solidFill>
          <a:ln w="9525" cap="flat" cmpd="sng">
            <a:solidFill>
              <a:srgbClr val="FF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5" name="Google Shape;705;p16"/>
          <p:cNvSpPr txBox="1"/>
          <p:nvPr/>
        </p:nvSpPr>
        <p:spPr>
          <a:xfrm>
            <a:off x="3921125" y="3932237"/>
            <a:ext cx="420687" cy="231775"/>
          </a:xfrm>
          <a:prstGeom prst="rect">
            <a:avLst/>
          </a:prstGeom>
          <a:solidFill>
            <a:srgbClr val="FF0000">
              <a:alpha val="44705"/>
            </a:srgbClr>
          </a:solidFill>
          <a:ln w="9525" cap="flat" cmpd="sng">
            <a:solidFill>
              <a:srgbClr val="FF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6" name="Google Shape;706;p16"/>
          <p:cNvSpPr txBox="1"/>
          <p:nvPr/>
        </p:nvSpPr>
        <p:spPr>
          <a:xfrm>
            <a:off x="4349750" y="3675062"/>
            <a:ext cx="420687" cy="231775"/>
          </a:xfrm>
          <a:prstGeom prst="rect">
            <a:avLst/>
          </a:prstGeom>
          <a:solidFill>
            <a:srgbClr val="FF0000">
              <a:alpha val="44705"/>
            </a:srgbClr>
          </a:solidFill>
          <a:ln w="9525" cap="flat" cmpd="sng">
            <a:solidFill>
              <a:srgbClr val="FF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7" name="Google Shape;707;p16"/>
          <p:cNvSpPr txBox="1"/>
          <p:nvPr/>
        </p:nvSpPr>
        <p:spPr>
          <a:xfrm>
            <a:off x="4778375" y="3675062"/>
            <a:ext cx="420687" cy="231775"/>
          </a:xfrm>
          <a:prstGeom prst="rect">
            <a:avLst/>
          </a:prstGeom>
          <a:solidFill>
            <a:srgbClr val="FF0000">
              <a:alpha val="44705"/>
            </a:srgbClr>
          </a:solidFill>
          <a:ln w="9525" cap="flat" cmpd="sng">
            <a:solidFill>
              <a:srgbClr val="FF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8" name="Google Shape;708;p16"/>
          <p:cNvSpPr txBox="1"/>
          <p:nvPr/>
        </p:nvSpPr>
        <p:spPr>
          <a:xfrm>
            <a:off x="5192712" y="3917950"/>
            <a:ext cx="420687" cy="231775"/>
          </a:xfrm>
          <a:prstGeom prst="rect">
            <a:avLst/>
          </a:prstGeom>
          <a:solidFill>
            <a:srgbClr val="FF0000">
              <a:alpha val="44705"/>
            </a:srgbClr>
          </a:solidFill>
          <a:ln w="9525" cap="flat" cmpd="sng">
            <a:solidFill>
              <a:srgbClr val="FF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9" name="Google Shape;709;p16"/>
          <p:cNvSpPr txBox="1"/>
          <p:nvPr/>
        </p:nvSpPr>
        <p:spPr>
          <a:xfrm>
            <a:off x="5607050" y="3932237"/>
            <a:ext cx="420687" cy="231775"/>
          </a:xfrm>
          <a:prstGeom prst="rect">
            <a:avLst/>
          </a:prstGeom>
          <a:solidFill>
            <a:srgbClr val="FF0000">
              <a:alpha val="44705"/>
            </a:srgbClr>
          </a:solidFill>
          <a:ln w="9525" cap="flat" cmpd="sng">
            <a:solidFill>
              <a:srgbClr val="FF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0" name="Google Shape;710;p16"/>
          <p:cNvSpPr txBox="1"/>
          <p:nvPr/>
        </p:nvSpPr>
        <p:spPr>
          <a:xfrm>
            <a:off x="5607050" y="4175125"/>
            <a:ext cx="420687" cy="231775"/>
          </a:xfrm>
          <a:prstGeom prst="rect">
            <a:avLst/>
          </a:prstGeom>
          <a:solidFill>
            <a:srgbClr val="FF0000">
              <a:alpha val="44705"/>
            </a:srgbClr>
          </a:solidFill>
          <a:ln w="9525" cap="flat" cmpd="sng">
            <a:solidFill>
              <a:srgbClr val="FF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1" name="Google Shape;711;p16"/>
          <p:cNvSpPr txBox="1"/>
          <p:nvPr/>
        </p:nvSpPr>
        <p:spPr>
          <a:xfrm>
            <a:off x="5592762" y="4418012"/>
            <a:ext cx="420687" cy="231775"/>
          </a:xfrm>
          <a:prstGeom prst="rect">
            <a:avLst/>
          </a:prstGeom>
          <a:solidFill>
            <a:srgbClr val="FF0000">
              <a:alpha val="44705"/>
            </a:srgbClr>
          </a:solidFill>
          <a:ln w="9525" cap="flat" cmpd="sng">
            <a:solidFill>
              <a:srgbClr val="FF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2" name="Google Shape;712;p16"/>
          <p:cNvSpPr/>
          <p:nvPr/>
        </p:nvSpPr>
        <p:spPr>
          <a:xfrm>
            <a:off x="6675437" y="3336925"/>
            <a:ext cx="2033587" cy="579437"/>
          </a:xfrm>
          <a:prstGeom prst="wedgeRoundRectCallout">
            <a:avLst>
              <a:gd name="adj1" fmla="val -3710"/>
              <a:gd name="adj2" fmla="val 41425"/>
              <a:gd name="adj3" fmla="val 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4-connectivity</a:t>
            </a:r>
            <a:endParaRPr/>
          </a:p>
        </p:txBody>
      </p:sp>
      <p:sp>
        <p:nvSpPr>
          <p:cNvPr id="713" name="Google Shape;713;p16"/>
          <p:cNvSpPr txBox="1">
            <a:spLocks noGrp="1"/>
          </p:cNvSpPr>
          <p:nvPr>
            <p:ph type="title"/>
          </p:nvPr>
        </p:nvSpPr>
        <p:spPr>
          <a:xfrm>
            <a:off x="301625" y="228600"/>
            <a:ext cx="85407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sng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Example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5358BB-6CD2-1ED0-BEC2-F7F9622DB2B4}"/>
              </a:ext>
            </a:extLst>
          </p:cNvPr>
          <p:cNvSpPr txBox="1"/>
          <p:nvPr/>
        </p:nvSpPr>
        <p:spPr>
          <a:xfrm>
            <a:off x="7266472" y="4432300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T &lt;= 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7"/>
          <p:cNvSpPr txBox="1">
            <a:spLocks noGrp="1"/>
          </p:cNvSpPr>
          <p:nvPr>
            <p:ph type="title"/>
          </p:nvPr>
        </p:nvSpPr>
        <p:spPr>
          <a:xfrm>
            <a:off x="301625" y="228600"/>
            <a:ext cx="85407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sng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Example</a:t>
            </a:r>
            <a:endParaRPr/>
          </a:p>
        </p:txBody>
      </p:sp>
      <p:pic>
        <p:nvPicPr>
          <p:cNvPr id="719" name="Google Shape;719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6062" y="1447800"/>
            <a:ext cx="8682037" cy="396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17" descr="Region-Based Segmentation&#10;ET403:Principles of Image Processing&#10; "/>
          <p:cNvPicPr preferRelativeResize="0"/>
          <p:nvPr/>
        </p:nvPicPr>
        <p:blipFill rotWithShape="1">
          <a:blip r:embed="rId4">
            <a:alphaModFix/>
          </a:blip>
          <a:srcRect t="18739" b="27814"/>
          <a:stretch/>
        </p:blipFill>
        <p:spPr>
          <a:xfrm>
            <a:off x="152400" y="2057400"/>
            <a:ext cx="8924925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p17"/>
          <p:cNvPicPr preferRelativeResize="0"/>
          <p:nvPr/>
        </p:nvPicPr>
        <p:blipFill rotWithShape="1">
          <a:blip r:embed="rId3">
            <a:alphaModFix/>
          </a:blip>
          <a:srcRect b="64725"/>
          <a:stretch/>
        </p:blipFill>
        <p:spPr>
          <a:xfrm>
            <a:off x="246062" y="1254125"/>
            <a:ext cx="8682037" cy="1376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p17" descr="Region-Based Segmentation&#10;ET403:Principles of Image Processing&#10; "/>
          <p:cNvPicPr preferRelativeResize="0"/>
          <p:nvPr/>
        </p:nvPicPr>
        <p:blipFill rotWithShape="1">
          <a:blip r:embed="rId4">
            <a:alphaModFix/>
          </a:blip>
          <a:srcRect t="25639" b="58517"/>
          <a:stretch/>
        </p:blipFill>
        <p:spPr>
          <a:xfrm>
            <a:off x="76200" y="2555875"/>
            <a:ext cx="8851900" cy="102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8"/>
          <p:cNvSpPr txBox="1"/>
          <p:nvPr/>
        </p:nvSpPr>
        <p:spPr>
          <a:xfrm>
            <a:off x="301625" y="228600"/>
            <a:ext cx="85407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lang="en-US" sz="4400" b="1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pic>
        <p:nvPicPr>
          <p:cNvPr id="728" name="Google Shape;728;p18"/>
          <p:cNvPicPr preferRelativeResize="0"/>
          <p:nvPr/>
        </p:nvPicPr>
        <p:blipFill rotWithShape="1">
          <a:blip r:embed="rId3">
            <a:alphaModFix/>
          </a:blip>
          <a:srcRect b="64725"/>
          <a:stretch/>
        </p:blipFill>
        <p:spPr>
          <a:xfrm>
            <a:off x="246062" y="1254125"/>
            <a:ext cx="8682037" cy="1376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18" descr="Region-Based Segmentation&#10;ET403:Principles of Image Processing&#10; "/>
          <p:cNvPicPr preferRelativeResize="0"/>
          <p:nvPr/>
        </p:nvPicPr>
        <p:blipFill rotWithShape="1">
          <a:blip r:embed="rId4">
            <a:alphaModFix/>
          </a:blip>
          <a:srcRect t="25639" b="58517"/>
          <a:stretch/>
        </p:blipFill>
        <p:spPr>
          <a:xfrm>
            <a:off x="76200" y="2555875"/>
            <a:ext cx="8620125" cy="102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0" name="Google Shape;730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8600" y="3733800"/>
            <a:ext cx="8686800" cy="2109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19"/>
          <p:cNvSpPr txBox="1">
            <a:spLocks noGrp="1"/>
          </p:cNvSpPr>
          <p:nvPr>
            <p:ph type="title"/>
          </p:nvPr>
        </p:nvSpPr>
        <p:spPr>
          <a:xfrm>
            <a:off x="301625" y="228600"/>
            <a:ext cx="85407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onstantia"/>
              <a:buNone/>
            </a:pPr>
            <a:r>
              <a:rPr lang="en-US" sz="3200" b="1" i="0" u="sng">
                <a:solidFill>
                  <a:srgbClr val="C00000"/>
                </a:solidFill>
                <a:latin typeface="Constantia"/>
                <a:ea typeface="Constantia"/>
                <a:cs typeface="Constantia"/>
                <a:sym typeface="Constantia"/>
              </a:rPr>
              <a:t>Region Splitting and Merging</a:t>
            </a:r>
            <a:endParaRPr/>
          </a:p>
        </p:txBody>
      </p:sp>
      <p:sp>
        <p:nvSpPr>
          <p:cNvPr id="736" name="Google Shape;736;p19"/>
          <p:cNvSpPr txBox="1">
            <a:spLocks noGrp="1"/>
          </p:cNvSpPr>
          <p:nvPr>
            <p:ph type="body" idx="1"/>
          </p:nvPr>
        </p:nvSpPr>
        <p:spPr>
          <a:xfrm>
            <a:off x="301625" y="1600200"/>
            <a:ext cx="8540750" cy="4498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920"/>
              <a:buFont typeface="Noto Sans Symbols"/>
              <a:buChar char="❑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Let R represent the entire spatial region occupied by an image. Image segmentation is a process that partitions R into </a:t>
            </a:r>
            <a:r>
              <a:rPr lang="en-US" sz="2400" b="0" i="1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sub-regions, R</a:t>
            </a:r>
            <a:r>
              <a:rPr lang="en-US" sz="2400" b="0" i="0" u="none" baseline="-25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R</a:t>
            </a:r>
            <a:r>
              <a:rPr lang="en-US" sz="2400" b="0" i="0" u="none" baseline="-25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…, R</a:t>
            </a:r>
            <a:r>
              <a:rPr lang="en-US" sz="2400" b="0" i="0" u="none" baseline="-25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such that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None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</a:t>
            </a:r>
            <a:endParaRPr/>
          </a:p>
        </p:txBody>
      </p:sp>
      <p:pic>
        <p:nvPicPr>
          <p:cNvPr id="737" name="Google Shape;73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5062" y="2876550"/>
            <a:ext cx="6731000" cy="3406775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19"/>
          <p:cNvSpPr txBox="1"/>
          <p:nvPr/>
        </p:nvSpPr>
        <p:spPr>
          <a:xfrm>
            <a:off x="6400800" y="4724400"/>
            <a:ext cx="2243137" cy="400050"/>
          </a:xfrm>
          <a:prstGeom prst="rect">
            <a:avLst/>
          </a:prstGeom>
          <a:noFill/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Logical predicate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20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*</a:t>
            </a:r>
            <a:endParaRPr/>
          </a:p>
        </p:txBody>
      </p:sp>
      <p:sp>
        <p:nvSpPr>
          <p:cNvPr id="744" name="Google Shape;744;p20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Image Segmentation</a:t>
            </a:r>
            <a:endParaRPr/>
          </a:p>
        </p:txBody>
      </p:sp>
      <p:sp>
        <p:nvSpPr>
          <p:cNvPr id="745" name="Google Shape;745;p20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20</a:t>
            </a:fld>
            <a:endParaRPr/>
          </a:p>
        </p:txBody>
      </p:sp>
      <p:sp>
        <p:nvSpPr>
          <p:cNvPr id="746" name="Google Shape;746;p20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Region-Based Segmentation</a:t>
            </a:r>
            <a:endParaRPr/>
          </a:p>
        </p:txBody>
      </p:sp>
      <p:sp>
        <p:nvSpPr>
          <p:cNvPr id="747" name="Google Shape;747;p20"/>
          <p:cNvSpPr txBox="1"/>
          <p:nvPr/>
        </p:nvSpPr>
        <p:spPr>
          <a:xfrm>
            <a:off x="714375" y="1381125"/>
            <a:ext cx="7886700" cy="470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1430"/>
              <a:buFont typeface="Noto Sans Symbols"/>
              <a:buChar char="■"/>
            </a:pPr>
            <a:r>
              <a:rPr lang="en-US" sz="2200" b="0" i="0" u="none" dirty="0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Region Splitting</a:t>
            </a:r>
            <a:endParaRPr dirty="0"/>
          </a:p>
          <a:p>
            <a:pPr marL="742950" marR="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200"/>
              <a:buFont typeface="Noto Sans Symbols"/>
              <a:buChar char="❑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Region Growing: Starts from a set of seed points. </a:t>
            </a:r>
            <a:endParaRPr dirty="0"/>
          </a:p>
          <a:p>
            <a:pPr marL="742950" marR="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200"/>
              <a:buFont typeface="Noto Sans Symbols"/>
              <a:buChar char="❑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Region Splitting: Starts with the whole image as a single region and subdivide the regions that do not satisfy a condition.</a:t>
            </a:r>
            <a:endParaRPr dirty="0"/>
          </a:p>
          <a:p>
            <a:pPr marL="742950" marR="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200"/>
              <a:buFont typeface="Noto Sans Symbols"/>
              <a:buChar char="❑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 = One Region R</a:t>
            </a:r>
            <a:endParaRPr dirty="0"/>
          </a:p>
          <a:p>
            <a:pPr marL="742950" marR="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200"/>
              <a:buFont typeface="Noto Sans Symbols"/>
              <a:buChar char="❑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 a predicate P (gray values etc.)</a:t>
            </a:r>
            <a:endParaRPr dirty="0"/>
          </a:p>
          <a:p>
            <a:pPr marL="742950" marR="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200"/>
              <a:buFont typeface="Noto Sans Symbols"/>
              <a:buChar char="❑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Successively divide each region into smaller and smaller quadrant regions so that:</a:t>
            </a:r>
            <a:endParaRPr dirty="0"/>
          </a:p>
          <a:p>
            <a:pPr marL="1143000" marR="0" lvl="2" indent="-228600" algn="l" rtl="0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52095" algn="l" rtl="0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CC9900"/>
              </a:buClr>
              <a:buSzPts val="1430"/>
              <a:buFont typeface="Noto Sans Symbols"/>
              <a:buNone/>
            </a:pPr>
            <a:endParaRPr sz="22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8" name="Google Shape;748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13112" y="5167312"/>
            <a:ext cx="2055812" cy="596900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20"/>
          <p:cNvSpPr txBox="1"/>
          <p:nvPr/>
        </p:nvSpPr>
        <p:spPr>
          <a:xfrm>
            <a:off x="0" y="6243637"/>
            <a:ext cx="9144000" cy="61436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21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*</a:t>
            </a:r>
            <a:endParaRPr/>
          </a:p>
        </p:txBody>
      </p:sp>
      <p:sp>
        <p:nvSpPr>
          <p:cNvPr id="756" name="Google Shape;756;p2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Image Segmentation</a:t>
            </a:r>
            <a:endParaRPr/>
          </a:p>
        </p:txBody>
      </p:sp>
      <p:sp>
        <p:nvSpPr>
          <p:cNvPr id="757" name="Google Shape;757;p21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21</a:t>
            </a:fld>
            <a:endParaRPr/>
          </a:p>
        </p:txBody>
      </p:sp>
      <p:sp>
        <p:nvSpPr>
          <p:cNvPr id="758" name="Google Shape;758;p21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Region-Based Segmentation</a:t>
            </a:r>
            <a:endParaRPr/>
          </a:p>
        </p:txBody>
      </p:sp>
      <p:sp>
        <p:nvSpPr>
          <p:cNvPr id="759" name="Google Shape;759;p21"/>
          <p:cNvSpPr txBox="1"/>
          <p:nvPr/>
        </p:nvSpPr>
        <p:spPr>
          <a:xfrm>
            <a:off x="714375" y="1381125"/>
            <a:ext cx="7886700" cy="170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1430"/>
              <a:buFont typeface="Noto Sans Symbols"/>
              <a:buChar char="■"/>
            </a:pPr>
            <a:r>
              <a:rPr lang="en-US" sz="2200" b="0" i="0" u="none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Region Splitting</a:t>
            </a:r>
            <a:endParaRPr/>
          </a:p>
          <a:p>
            <a:pPr marL="11430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52095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C9900"/>
              </a:buClr>
              <a:buSzPts val="1430"/>
              <a:buFont typeface="Noto Sans Symbols"/>
              <a:buNone/>
            </a:pPr>
            <a:endParaRPr sz="22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0" name="Google Shape;760;p2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19442" t="15992" r="56708"/>
          <a:stretch/>
        </p:blipFill>
        <p:spPr>
          <a:xfrm>
            <a:off x="1558925" y="2032000"/>
            <a:ext cx="2890837" cy="2935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1" name="Google Shape;761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72037" y="2357437"/>
            <a:ext cx="3683000" cy="2081212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21"/>
          <p:cNvSpPr txBox="1"/>
          <p:nvPr/>
        </p:nvSpPr>
        <p:spPr>
          <a:xfrm>
            <a:off x="2509837" y="5305425"/>
            <a:ext cx="11620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Problem?</a:t>
            </a:r>
            <a:endParaRPr/>
          </a:p>
        </p:txBody>
      </p:sp>
      <p:sp>
        <p:nvSpPr>
          <p:cNvPr id="763" name="Google Shape;763;p21"/>
          <p:cNvSpPr txBox="1"/>
          <p:nvPr/>
        </p:nvSpPr>
        <p:spPr>
          <a:xfrm>
            <a:off x="3659187" y="5302250"/>
            <a:ext cx="34353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Adjacent regions could be same</a:t>
            </a:r>
            <a:endParaRPr/>
          </a:p>
        </p:txBody>
      </p:sp>
      <p:sp>
        <p:nvSpPr>
          <p:cNvPr id="764" name="Google Shape;764;p21"/>
          <p:cNvSpPr txBox="1"/>
          <p:nvPr/>
        </p:nvSpPr>
        <p:spPr>
          <a:xfrm>
            <a:off x="2508250" y="5716587"/>
            <a:ext cx="11366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33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Solution?</a:t>
            </a:r>
            <a:endParaRPr/>
          </a:p>
        </p:txBody>
      </p:sp>
      <p:sp>
        <p:nvSpPr>
          <p:cNvPr id="765" name="Google Shape;765;p21"/>
          <p:cNvSpPr txBox="1"/>
          <p:nvPr/>
        </p:nvSpPr>
        <p:spPr>
          <a:xfrm>
            <a:off x="3660775" y="5695950"/>
            <a:ext cx="1441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Allow Merge</a:t>
            </a:r>
            <a:endParaRPr/>
          </a:p>
        </p:txBody>
      </p:sp>
      <p:sp>
        <p:nvSpPr>
          <p:cNvPr id="766" name="Google Shape;766;p21"/>
          <p:cNvSpPr txBox="1"/>
          <p:nvPr/>
        </p:nvSpPr>
        <p:spPr>
          <a:xfrm>
            <a:off x="0" y="6243637"/>
            <a:ext cx="9144000" cy="61436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22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*</a:t>
            </a:r>
            <a:endParaRPr/>
          </a:p>
        </p:txBody>
      </p:sp>
      <p:sp>
        <p:nvSpPr>
          <p:cNvPr id="772" name="Google Shape;772;p22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Image Segmentation</a:t>
            </a:r>
            <a:endParaRPr/>
          </a:p>
        </p:txBody>
      </p:sp>
      <p:sp>
        <p:nvSpPr>
          <p:cNvPr id="773" name="Google Shape;773;p22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22</a:t>
            </a:fld>
            <a:endParaRPr/>
          </a:p>
        </p:txBody>
      </p:sp>
      <p:sp>
        <p:nvSpPr>
          <p:cNvPr id="774" name="Google Shape;774;p22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Region-Based Segmentation</a:t>
            </a:r>
            <a:endParaRPr/>
          </a:p>
        </p:txBody>
      </p:sp>
      <p:sp>
        <p:nvSpPr>
          <p:cNvPr id="775" name="Google Shape;775;p22"/>
          <p:cNvSpPr txBox="1"/>
          <p:nvPr/>
        </p:nvSpPr>
        <p:spPr>
          <a:xfrm>
            <a:off x="700087" y="1052512"/>
            <a:ext cx="7886700" cy="49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endParaRPr sz="24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C9900"/>
              </a:buClr>
              <a:buSzPts val="1430"/>
              <a:buFont typeface="Noto Sans Symbols"/>
              <a:buChar char="■"/>
            </a:pPr>
            <a:r>
              <a:rPr lang="en-US" sz="2200" b="0" i="0" u="none" dirty="0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Region Merging</a:t>
            </a:r>
            <a:endParaRPr dirty="0"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200"/>
              <a:buFont typeface="Noto Sans Symbols"/>
              <a:buChar char="❑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Region merging is the opposite of region splitting.</a:t>
            </a:r>
            <a:endParaRPr dirty="0"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200"/>
              <a:buFont typeface="Noto Sans Symbols"/>
              <a:buChar char="❑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Merge adjacent regions R</a:t>
            </a:r>
            <a:r>
              <a:rPr lang="en-US" sz="2000" b="0" i="0" u="none" strike="noStrike" cap="none" baseline="-25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000" b="0" i="0" u="none" strike="noStrike" cap="none" baseline="-25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which:</a:t>
            </a:r>
            <a:endParaRPr dirty="0"/>
          </a:p>
          <a:p>
            <a:pPr marL="742950" marR="0" lvl="1" indent="-2095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200"/>
              <a:buFont typeface="Noto Sans Symbols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4384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9900"/>
              </a:buClr>
              <a:buSzPts val="1560"/>
              <a:buFont typeface="Noto Sans Symbols"/>
              <a:buNone/>
            </a:pPr>
            <a:endParaRPr sz="24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C9900"/>
              </a:buClr>
              <a:buSzPts val="1430"/>
              <a:buFont typeface="Noto Sans Symbols"/>
              <a:buChar char="■"/>
            </a:pPr>
            <a:r>
              <a:rPr lang="en-US" sz="2200" b="0" i="0" u="none" dirty="0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Region Splitting/Merging</a:t>
            </a:r>
            <a:endParaRPr dirty="0"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200"/>
              <a:buFont typeface="Noto Sans Symbols"/>
              <a:buChar char="❑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Stop when no further split or merge is possible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6" name="Google Shape;77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3337" y="2847975"/>
            <a:ext cx="2732087" cy="576262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22"/>
          <p:cNvSpPr txBox="1"/>
          <p:nvPr/>
        </p:nvSpPr>
        <p:spPr>
          <a:xfrm>
            <a:off x="0" y="6243637"/>
            <a:ext cx="9144000" cy="61436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23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*</a:t>
            </a:r>
            <a:endParaRPr/>
          </a:p>
        </p:txBody>
      </p:sp>
      <p:sp>
        <p:nvSpPr>
          <p:cNvPr id="783" name="Google Shape;783;p23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Image Segmentation</a:t>
            </a:r>
            <a:endParaRPr/>
          </a:p>
        </p:txBody>
      </p:sp>
      <p:sp>
        <p:nvSpPr>
          <p:cNvPr id="784" name="Google Shape;784;p23"/>
          <p:cNvSpPr txBox="1"/>
          <p:nvPr/>
        </p:nvSpPr>
        <p:spPr>
          <a:xfrm>
            <a:off x="6553200" y="64008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23</a:t>
            </a:fld>
            <a:endParaRPr/>
          </a:p>
        </p:txBody>
      </p:sp>
      <p:sp>
        <p:nvSpPr>
          <p:cNvPr id="785" name="Google Shape;785;p23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Region-Based Segmentation</a:t>
            </a:r>
            <a:endParaRPr/>
          </a:p>
        </p:txBody>
      </p:sp>
      <p:pic>
        <p:nvPicPr>
          <p:cNvPr id="786" name="Google Shape;78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2200" y="1884362"/>
            <a:ext cx="6694487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23"/>
          <p:cNvSpPr/>
          <p:nvPr/>
        </p:nvSpPr>
        <p:spPr>
          <a:xfrm>
            <a:off x="796925" y="3827462"/>
            <a:ext cx="7737475" cy="1828800"/>
          </a:xfrm>
          <a:prstGeom prst="flowChartAlternateProcess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8" name="Google Shape;788;p23"/>
          <p:cNvSpPr txBox="1"/>
          <p:nvPr/>
        </p:nvSpPr>
        <p:spPr>
          <a:xfrm>
            <a:off x="893762" y="3835400"/>
            <a:ext cx="7661275" cy="206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Split into four disjointed quadrants any region R</a:t>
            </a:r>
            <a:r>
              <a:rPr lang="en-US" sz="1800" b="0" i="0" u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where P(R</a:t>
            </a:r>
            <a:r>
              <a:rPr lang="en-US" sz="1800" b="0" i="0" u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)=False</a:t>
            </a:r>
            <a:endParaRPr/>
          </a:p>
          <a:p>
            <a:pPr marL="342900" marR="0" lvl="0" indent="-3429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Merge any adjacent regions R</a:t>
            </a:r>
            <a:r>
              <a:rPr lang="en-US" sz="1800" b="0" i="0" u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R</a:t>
            </a:r>
            <a:r>
              <a:rPr lang="en-US" sz="1800" b="0" i="0" u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which P(R</a:t>
            </a:r>
            <a:r>
              <a:rPr lang="en-US" sz="1800" b="0" i="0" u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 R</a:t>
            </a:r>
            <a:r>
              <a:rPr lang="en-US" sz="1800" b="0" i="0" u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)=True</a:t>
            </a:r>
            <a:endParaRPr/>
          </a:p>
          <a:p>
            <a:pPr marL="342900" marR="0" lvl="0" indent="-3429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Stop when no further merging or splitting is possible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23"/>
          <p:cNvSpPr txBox="1"/>
          <p:nvPr/>
        </p:nvSpPr>
        <p:spPr>
          <a:xfrm>
            <a:off x="714375" y="1381125"/>
            <a:ext cx="7886700" cy="49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1430"/>
              <a:buFont typeface="Noto Sans Symbols"/>
              <a:buChar char="■"/>
            </a:pPr>
            <a:r>
              <a:rPr lang="en-US" sz="2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2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52095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C9900"/>
              </a:buClr>
              <a:buSzPts val="1430"/>
              <a:buFont typeface="Noto Sans Symbols"/>
              <a:buNone/>
            </a:pPr>
            <a:endParaRPr sz="22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23"/>
          <p:cNvSpPr txBox="1"/>
          <p:nvPr/>
        </p:nvSpPr>
        <p:spPr>
          <a:xfrm>
            <a:off x="0" y="6243637"/>
            <a:ext cx="9144000" cy="61436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24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*</a:t>
            </a:r>
            <a:endParaRPr/>
          </a:p>
        </p:txBody>
      </p:sp>
      <p:sp>
        <p:nvSpPr>
          <p:cNvPr id="796" name="Google Shape;796;p24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Image Segmentation</a:t>
            </a:r>
            <a:endParaRPr/>
          </a:p>
        </p:txBody>
      </p:sp>
      <p:sp>
        <p:nvSpPr>
          <p:cNvPr id="797" name="Google Shape;797;p24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24</a:t>
            </a:fld>
            <a:endParaRPr/>
          </a:p>
        </p:txBody>
      </p:sp>
      <p:graphicFrame>
        <p:nvGraphicFramePr>
          <p:cNvPr id="798" name="Google Shape;798;p24"/>
          <p:cNvGraphicFramePr/>
          <p:nvPr/>
        </p:nvGraphicFramePr>
        <p:xfrm>
          <a:off x="1524000" y="1625600"/>
          <a:ext cx="6400800" cy="4241800"/>
        </p:xfrm>
        <a:graphic>
          <a:graphicData uri="http://schemas.openxmlformats.org/drawingml/2006/table">
            <a:tbl>
              <a:tblPr>
                <a:noFill/>
                <a:tableStyleId>{28DF7EB1-6169-4724-9FDF-D725A1A5F8CB}</a:tableStyleId>
              </a:tblPr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99" name="Google Shape;799;p24"/>
          <p:cNvSpPr txBox="1"/>
          <p:nvPr/>
        </p:nvSpPr>
        <p:spPr>
          <a:xfrm>
            <a:off x="838200" y="457200"/>
            <a:ext cx="7315200" cy="1138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 Splitting Example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a threshold first…say T &lt;= 4.</a:t>
            </a:r>
            <a:endParaRPr/>
          </a:p>
        </p:txBody>
      </p:sp>
      <p:sp>
        <p:nvSpPr>
          <p:cNvPr id="800" name="Google Shape;800;p24"/>
          <p:cNvSpPr txBox="1"/>
          <p:nvPr/>
        </p:nvSpPr>
        <p:spPr>
          <a:xfrm>
            <a:off x="2438400" y="5943600"/>
            <a:ext cx="62484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see the video recording to understand the example.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25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*</a:t>
            </a:r>
            <a:endParaRPr/>
          </a:p>
        </p:txBody>
      </p:sp>
      <p:sp>
        <p:nvSpPr>
          <p:cNvPr id="806" name="Google Shape;806;p25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Image Segmentation</a:t>
            </a:r>
            <a:endParaRPr/>
          </a:p>
        </p:txBody>
      </p:sp>
      <p:sp>
        <p:nvSpPr>
          <p:cNvPr id="807" name="Google Shape;807;p25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25</a:t>
            </a:fld>
            <a:endParaRPr/>
          </a:p>
        </p:txBody>
      </p:sp>
      <p:graphicFrame>
        <p:nvGraphicFramePr>
          <p:cNvPr id="808" name="Google Shape;808;p25"/>
          <p:cNvGraphicFramePr/>
          <p:nvPr/>
        </p:nvGraphicFramePr>
        <p:xfrm>
          <a:off x="1524000" y="1397000"/>
          <a:ext cx="6400800" cy="4241800"/>
        </p:xfrm>
        <a:graphic>
          <a:graphicData uri="http://schemas.openxmlformats.org/drawingml/2006/table">
            <a:tbl>
              <a:tblPr>
                <a:noFill/>
                <a:tableStyleId>{28DF7EB1-6169-4724-9FDF-D725A1A5F8CB}</a:tableStyleId>
              </a:tblPr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09" name="Google Shape;809;p25"/>
          <p:cNvSpPr txBox="1"/>
          <p:nvPr/>
        </p:nvSpPr>
        <p:spPr>
          <a:xfrm>
            <a:off x="838200" y="304800"/>
            <a:ext cx="7315200" cy="1138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 Splitting Example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a threshold first…say T &lt;= 4.</a:t>
            </a:r>
            <a:endParaRPr/>
          </a:p>
        </p:txBody>
      </p:sp>
      <p:sp>
        <p:nvSpPr>
          <p:cNvPr id="810" name="Google Shape;810;p25"/>
          <p:cNvSpPr txBox="1"/>
          <p:nvPr/>
        </p:nvSpPr>
        <p:spPr>
          <a:xfrm>
            <a:off x="2438400" y="5791200"/>
            <a:ext cx="62484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see the video recording to understand the example.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26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*</a:t>
            </a:r>
            <a:endParaRPr/>
          </a:p>
        </p:txBody>
      </p:sp>
      <p:sp>
        <p:nvSpPr>
          <p:cNvPr id="816" name="Google Shape;816;p26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Image Segmentation</a:t>
            </a:r>
            <a:endParaRPr/>
          </a:p>
        </p:txBody>
      </p:sp>
      <p:sp>
        <p:nvSpPr>
          <p:cNvPr id="817" name="Google Shape;817;p26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26</a:t>
            </a:fld>
            <a:endParaRPr/>
          </a:p>
        </p:txBody>
      </p:sp>
      <p:graphicFrame>
        <p:nvGraphicFramePr>
          <p:cNvPr id="818" name="Google Shape;818;p26"/>
          <p:cNvGraphicFramePr/>
          <p:nvPr/>
        </p:nvGraphicFramePr>
        <p:xfrm>
          <a:off x="1524000" y="1397000"/>
          <a:ext cx="6400800" cy="4241800"/>
        </p:xfrm>
        <a:graphic>
          <a:graphicData uri="http://schemas.openxmlformats.org/drawingml/2006/table">
            <a:tbl>
              <a:tblPr>
                <a:noFill/>
                <a:tableStyleId>{28DF7EB1-6169-4724-9FDF-D725A1A5F8CB}</a:tableStyleId>
              </a:tblPr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19" name="Google Shape;819;p26"/>
          <p:cNvSpPr txBox="1"/>
          <p:nvPr/>
        </p:nvSpPr>
        <p:spPr>
          <a:xfrm>
            <a:off x="838200" y="304800"/>
            <a:ext cx="7315200" cy="1138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 Splitting Example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a threshold first…say T &lt;= 4.</a:t>
            </a:r>
            <a:endParaRPr/>
          </a:p>
        </p:txBody>
      </p:sp>
      <p:sp>
        <p:nvSpPr>
          <p:cNvPr id="820" name="Google Shape;820;p26"/>
          <p:cNvSpPr txBox="1"/>
          <p:nvPr/>
        </p:nvSpPr>
        <p:spPr>
          <a:xfrm>
            <a:off x="2438400" y="5791200"/>
            <a:ext cx="62484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see the video recording to understand the example.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27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*</a:t>
            </a:r>
            <a:endParaRPr/>
          </a:p>
        </p:txBody>
      </p:sp>
      <p:sp>
        <p:nvSpPr>
          <p:cNvPr id="826" name="Google Shape;826;p27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Image Segmentation</a:t>
            </a:r>
            <a:endParaRPr/>
          </a:p>
        </p:txBody>
      </p:sp>
      <p:sp>
        <p:nvSpPr>
          <p:cNvPr id="827" name="Google Shape;827;p27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27</a:t>
            </a:fld>
            <a:endParaRPr/>
          </a:p>
        </p:txBody>
      </p:sp>
      <p:graphicFrame>
        <p:nvGraphicFramePr>
          <p:cNvPr id="828" name="Google Shape;828;p27"/>
          <p:cNvGraphicFramePr/>
          <p:nvPr/>
        </p:nvGraphicFramePr>
        <p:xfrm>
          <a:off x="1524000" y="1397000"/>
          <a:ext cx="6400800" cy="4241800"/>
        </p:xfrm>
        <a:graphic>
          <a:graphicData uri="http://schemas.openxmlformats.org/drawingml/2006/table">
            <a:tbl>
              <a:tblPr>
                <a:noFill/>
                <a:tableStyleId>{28DF7EB1-6169-4724-9FDF-D725A1A5F8CB}</a:tableStyleId>
              </a:tblPr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29" name="Google Shape;829;p27"/>
          <p:cNvSpPr txBox="1"/>
          <p:nvPr/>
        </p:nvSpPr>
        <p:spPr>
          <a:xfrm>
            <a:off x="838200" y="304800"/>
            <a:ext cx="7315200" cy="1138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 Splitting Example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a threshold first…say T &lt;= 4.</a:t>
            </a:r>
            <a:endParaRPr/>
          </a:p>
        </p:txBody>
      </p:sp>
      <p:sp>
        <p:nvSpPr>
          <p:cNvPr id="830" name="Google Shape;830;p27"/>
          <p:cNvSpPr txBox="1"/>
          <p:nvPr/>
        </p:nvSpPr>
        <p:spPr>
          <a:xfrm>
            <a:off x="2438400" y="5791200"/>
            <a:ext cx="62484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see the video recording to understand the example.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28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*</a:t>
            </a:r>
            <a:endParaRPr/>
          </a:p>
        </p:txBody>
      </p:sp>
      <p:sp>
        <p:nvSpPr>
          <p:cNvPr id="836" name="Google Shape;836;p28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Image Segmentation</a:t>
            </a:r>
            <a:endParaRPr/>
          </a:p>
        </p:txBody>
      </p:sp>
      <p:sp>
        <p:nvSpPr>
          <p:cNvPr id="837" name="Google Shape;837;p28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28</a:t>
            </a:fld>
            <a:endParaRPr/>
          </a:p>
        </p:txBody>
      </p:sp>
      <p:graphicFrame>
        <p:nvGraphicFramePr>
          <p:cNvPr id="838" name="Google Shape;838;p28"/>
          <p:cNvGraphicFramePr/>
          <p:nvPr/>
        </p:nvGraphicFramePr>
        <p:xfrm>
          <a:off x="1524000" y="1397000"/>
          <a:ext cx="6400800" cy="4241800"/>
        </p:xfrm>
        <a:graphic>
          <a:graphicData uri="http://schemas.openxmlformats.org/drawingml/2006/table">
            <a:tbl>
              <a:tblPr>
                <a:noFill/>
                <a:tableStyleId>{28DF7EB1-6169-4724-9FDF-D725A1A5F8CB}</a:tableStyleId>
              </a:tblPr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39" name="Google Shape;839;p28"/>
          <p:cNvSpPr txBox="1"/>
          <p:nvPr/>
        </p:nvSpPr>
        <p:spPr>
          <a:xfrm>
            <a:off x="838200" y="304800"/>
            <a:ext cx="7315200" cy="1138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 Splitting Example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a threshold first…say T &lt;= 4.</a:t>
            </a:r>
            <a:endParaRPr/>
          </a:p>
        </p:txBody>
      </p:sp>
      <p:sp>
        <p:nvSpPr>
          <p:cNvPr id="840" name="Google Shape;840;p28"/>
          <p:cNvSpPr txBox="1"/>
          <p:nvPr/>
        </p:nvSpPr>
        <p:spPr>
          <a:xfrm>
            <a:off x="2438400" y="5791200"/>
            <a:ext cx="62484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see the video recording to understand the example.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29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*</a:t>
            </a:r>
            <a:endParaRPr/>
          </a:p>
        </p:txBody>
      </p:sp>
      <p:sp>
        <p:nvSpPr>
          <p:cNvPr id="846" name="Google Shape;846;p29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Image Segmentation</a:t>
            </a:r>
            <a:endParaRPr/>
          </a:p>
        </p:txBody>
      </p:sp>
      <p:sp>
        <p:nvSpPr>
          <p:cNvPr id="847" name="Google Shape;847;p29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29</a:t>
            </a:fld>
            <a:endParaRPr/>
          </a:p>
        </p:txBody>
      </p:sp>
      <p:graphicFrame>
        <p:nvGraphicFramePr>
          <p:cNvPr id="848" name="Google Shape;848;p29"/>
          <p:cNvGraphicFramePr/>
          <p:nvPr/>
        </p:nvGraphicFramePr>
        <p:xfrm>
          <a:off x="1524000" y="1397000"/>
          <a:ext cx="6400800" cy="4241800"/>
        </p:xfrm>
        <a:graphic>
          <a:graphicData uri="http://schemas.openxmlformats.org/drawingml/2006/table">
            <a:tbl>
              <a:tblPr>
                <a:noFill/>
                <a:tableStyleId>{28DF7EB1-6169-4724-9FDF-D725A1A5F8CB}</a:tableStyleId>
              </a:tblPr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49" name="Google Shape;849;p29"/>
          <p:cNvSpPr txBox="1"/>
          <p:nvPr/>
        </p:nvSpPr>
        <p:spPr>
          <a:xfrm>
            <a:off x="838200" y="304800"/>
            <a:ext cx="7315200" cy="1138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 Splitting Example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a threshold first…say T &lt;= 4.</a:t>
            </a:r>
            <a:endParaRPr/>
          </a:p>
        </p:txBody>
      </p:sp>
      <p:sp>
        <p:nvSpPr>
          <p:cNvPr id="850" name="Google Shape;850;p29"/>
          <p:cNvSpPr txBox="1"/>
          <p:nvPr/>
        </p:nvSpPr>
        <p:spPr>
          <a:xfrm>
            <a:off x="2438400" y="5791200"/>
            <a:ext cx="62484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see the video recording to understand the example.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30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*</a:t>
            </a:r>
            <a:endParaRPr/>
          </a:p>
        </p:txBody>
      </p:sp>
      <p:sp>
        <p:nvSpPr>
          <p:cNvPr id="856" name="Google Shape;856;p30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Image Segmentation</a:t>
            </a:r>
            <a:endParaRPr/>
          </a:p>
        </p:txBody>
      </p:sp>
      <p:sp>
        <p:nvSpPr>
          <p:cNvPr id="857" name="Google Shape;857;p30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30</a:t>
            </a:fld>
            <a:endParaRPr/>
          </a:p>
        </p:txBody>
      </p:sp>
      <p:graphicFrame>
        <p:nvGraphicFramePr>
          <p:cNvPr id="858" name="Google Shape;858;p30"/>
          <p:cNvGraphicFramePr/>
          <p:nvPr/>
        </p:nvGraphicFramePr>
        <p:xfrm>
          <a:off x="1524000" y="1397000"/>
          <a:ext cx="6400800" cy="4241800"/>
        </p:xfrm>
        <a:graphic>
          <a:graphicData uri="http://schemas.openxmlformats.org/drawingml/2006/table">
            <a:tbl>
              <a:tblPr>
                <a:noFill/>
                <a:tableStyleId>{28DF7EB1-6169-4724-9FDF-D725A1A5F8CB}</a:tableStyleId>
              </a:tblPr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59" name="Google Shape;859;p30"/>
          <p:cNvSpPr txBox="1"/>
          <p:nvPr/>
        </p:nvSpPr>
        <p:spPr>
          <a:xfrm>
            <a:off x="838200" y="228600"/>
            <a:ext cx="7315200" cy="1138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 Splitting Example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a threshold first…say T &lt;= 4.</a:t>
            </a:r>
            <a:endParaRPr/>
          </a:p>
        </p:txBody>
      </p:sp>
      <p:sp>
        <p:nvSpPr>
          <p:cNvPr id="860" name="Google Shape;860;p30"/>
          <p:cNvSpPr txBox="1"/>
          <p:nvPr/>
        </p:nvSpPr>
        <p:spPr>
          <a:xfrm>
            <a:off x="2438400" y="5715000"/>
            <a:ext cx="62484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see the video recording to understand the example.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31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*</a:t>
            </a:r>
            <a:endParaRPr/>
          </a:p>
        </p:txBody>
      </p:sp>
      <p:sp>
        <p:nvSpPr>
          <p:cNvPr id="866" name="Google Shape;866;p3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Image Segmentation</a:t>
            </a:r>
            <a:endParaRPr/>
          </a:p>
        </p:txBody>
      </p:sp>
      <p:sp>
        <p:nvSpPr>
          <p:cNvPr id="867" name="Google Shape;867;p31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31</a:t>
            </a:fld>
            <a:endParaRPr/>
          </a:p>
        </p:txBody>
      </p:sp>
      <p:graphicFrame>
        <p:nvGraphicFramePr>
          <p:cNvPr id="868" name="Google Shape;868;p31"/>
          <p:cNvGraphicFramePr/>
          <p:nvPr/>
        </p:nvGraphicFramePr>
        <p:xfrm>
          <a:off x="1524000" y="1397000"/>
          <a:ext cx="6400800" cy="4241800"/>
        </p:xfrm>
        <a:graphic>
          <a:graphicData uri="http://schemas.openxmlformats.org/drawingml/2006/table">
            <a:tbl>
              <a:tblPr>
                <a:noFill/>
                <a:tableStyleId>{28DF7EB1-6169-4724-9FDF-D725A1A5F8CB}</a:tableStyleId>
              </a:tblPr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69" name="Google Shape;869;p31"/>
          <p:cNvSpPr txBox="1"/>
          <p:nvPr/>
        </p:nvSpPr>
        <p:spPr>
          <a:xfrm>
            <a:off x="838200" y="228600"/>
            <a:ext cx="7315200" cy="1138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 Splitting Example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a threshold first…say T &lt;= 4.</a:t>
            </a:r>
            <a:endParaRPr/>
          </a:p>
        </p:txBody>
      </p:sp>
      <p:sp>
        <p:nvSpPr>
          <p:cNvPr id="870" name="Google Shape;870;p31"/>
          <p:cNvSpPr txBox="1"/>
          <p:nvPr/>
        </p:nvSpPr>
        <p:spPr>
          <a:xfrm>
            <a:off x="2438400" y="5715000"/>
            <a:ext cx="62484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see the video recording to understand the example.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32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*</a:t>
            </a:r>
            <a:endParaRPr/>
          </a:p>
        </p:txBody>
      </p:sp>
      <p:sp>
        <p:nvSpPr>
          <p:cNvPr id="876" name="Google Shape;876;p32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Image Segmentation</a:t>
            </a:r>
            <a:endParaRPr/>
          </a:p>
        </p:txBody>
      </p:sp>
      <p:sp>
        <p:nvSpPr>
          <p:cNvPr id="877" name="Google Shape;877;p32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32</a:t>
            </a:fld>
            <a:endParaRPr/>
          </a:p>
        </p:txBody>
      </p:sp>
      <p:graphicFrame>
        <p:nvGraphicFramePr>
          <p:cNvPr id="878" name="Google Shape;878;p32"/>
          <p:cNvGraphicFramePr/>
          <p:nvPr/>
        </p:nvGraphicFramePr>
        <p:xfrm>
          <a:off x="1524000" y="1397000"/>
          <a:ext cx="6400800" cy="4241800"/>
        </p:xfrm>
        <a:graphic>
          <a:graphicData uri="http://schemas.openxmlformats.org/drawingml/2006/table">
            <a:tbl>
              <a:tblPr>
                <a:noFill/>
                <a:tableStyleId>{28DF7EB1-6169-4724-9FDF-D725A1A5F8CB}</a:tableStyleId>
              </a:tblPr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79" name="Google Shape;879;p32"/>
          <p:cNvSpPr txBox="1"/>
          <p:nvPr/>
        </p:nvSpPr>
        <p:spPr>
          <a:xfrm>
            <a:off x="838200" y="228600"/>
            <a:ext cx="7315200" cy="1138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 Splitting Example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a threshold first…say T &lt;= 4.</a:t>
            </a:r>
            <a:endParaRPr/>
          </a:p>
        </p:txBody>
      </p:sp>
      <p:sp>
        <p:nvSpPr>
          <p:cNvPr id="880" name="Google Shape;880;p32"/>
          <p:cNvSpPr txBox="1"/>
          <p:nvPr/>
        </p:nvSpPr>
        <p:spPr>
          <a:xfrm>
            <a:off x="2438400" y="5715000"/>
            <a:ext cx="62484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see the video recording to understand the example.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33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*</a:t>
            </a:r>
            <a:endParaRPr/>
          </a:p>
        </p:txBody>
      </p:sp>
      <p:sp>
        <p:nvSpPr>
          <p:cNvPr id="886" name="Google Shape;886;p33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Image Segmentation</a:t>
            </a:r>
            <a:endParaRPr/>
          </a:p>
        </p:txBody>
      </p:sp>
      <p:sp>
        <p:nvSpPr>
          <p:cNvPr id="887" name="Google Shape;887;p33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33</a:t>
            </a:fld>
            <a:endParaRPr/>
          </a:p>
        </p:txBody>
      </p:sp>
      <p:graphicFrame>
        <p:nvGraphicFramePr>
          <p:cNvPr id="888" name="Google Shape;888;p33"/>
          <p:cNvGraphicFramePr/>
          <p:nvPr/>
        </p:nvGraphicFramePr>
        <p:xfrm>
          <a:off x="1524000" y="1397000"/>
          <a:ext cx="6400800" cy="4241800"/>
        </p:xfrm>
        <a:graphic>
          <a:graphicData uri="http://schemas.openxmlformats.org/drawingml/2006/table">
            <a:tbl>
              <a:tblPr>
                <a:noFill/>
                <a:tableStyleId>{28DF7EB1-6169-4724-9FDF-D725A1A5F8CB}</a:tableStyleId>
              </a:tblPr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89" name="Google Shape;889;p33"/>
          <p:cNvSpPr txBox="1"/>
          <p:nvPr/>
        </p:nvSpPr>
        <p:spPr>
          <a:xfrm>
            <a:off x="838200" y="304800"/>
            <a:ext cx="7315200" cy="1138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 Splitting Example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a threshold first…say T &lt;= 4.</a:t>
            </a:r>
            <a:endParaRPr/>
          </a:p>
        </p:txBody>
      </p:sp>
      <p:sp>
        <p:nvSpPr>
          <p:cNvPr id="890" name="Google Shape;890;p33"/>
          <p:cNvSpPr txBox="1"/>
          <p:nvPr/>
        </p:nvSpPr>
        <p:spPr>
          <a:xfrm>
            <a:off x="2438400" y="5791200"/>
            <a:ext cx="62484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see the video recording to understand the example.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34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*</a:t>
            </a:r>
            <a:endParaRPr/>
          </a:p>
        </p:txBody>
      </p:sp>
      <p:sp>
        <p:nvSpPr>
          <p:cNvPr id="896" name="Google Shape;896;p34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Image Segmentation</a:t>
            </a:r>
            <a:endParaRPr/>
          </a:p>
        </p:txBody>
      </p:sp>
      <p:sp>
        <p:nvSpPr>
          <p:cNvPr id="897" name="Google Shape;897;p34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34</a:t>
            </a:fld>
            <a:endParaRPr/>
          </a:p>
        </p:txBody>
      </p:sp>
      <p:graphicFrame>
        <p:nvGraphicFramePr>
          <p:cNvPr id="898" name="Google Shape;898;p34"/>
          <p:cNvGraphicFramePr/>
          <p:nvPr/>
        </p:nvGraphicFramePr>
        <p:xfrm>
          <a:off x="1524000" y="1397000"/>
          <a:ext cx="6400800" cy="4241800"/>
        </p:xfrm>
        <a:graphic>
          <a:graphicData uri="http://schemas.openxmlformats.org/drawingml/2006/table">
            <a:tbl>
              <a:tblPr>
                <a:noFill/>
                <a:tableStyleId>{28DF7EB1-6169-4724-9FDF-D725A1A5F8CB}</a:tableStyleId>
              </a:tblPr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99" name="Google Shape;899;p34"/>
          <p:cNvSpPr txBox="1"/>
          <p:nvPr/>
        </p:nvSpPr>
        <p:spPr>
          <a:xfrm>
            <a:off x="838200" y="228600"/>
            <a:ext cx="7315200" cy="1138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 Splitting Example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a threshold first…say T &lt;= 4.</a:t>
            </a:r>
            <a:endParaRPr/>
          </a:p>
        </p:txBody>
      </p:sp>
      <p:sp>
        <p:nvSpPr>
          <p:cNvPr id="900" name="Google Shape;900;p34"/>
          <p:cNvSpPr txBox="1"/>
          <p:nvPr/>
        </p:nvSpPr>
        <p:spPr>
          <a:xfrm>
            <a:off x="2438400" y="5715000"/>
            <a:ext cx="62484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see the video recording to understand the example.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35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*</a:t>
            </a:r>
            <a:endParaRPr/>
          </a:p>
        </p:txBody>
      </p:sp>
      <p:sp>
        <p:nvSpPr>
          <p:cNvPr id="906" name="Google Shape;906;p35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Image Segmentation</a:t>
            </a:r>
            <a:endParaRPr/>
          </a:p>
        </p:txBody>
      </p:sp>
      <p:sp>
        <p:nvSpPr>
          <p:cNvPr id="907" name="Google Shape;907;p35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35</a:t>
            </a:fld>
            <a:endParaRPr/>
          </a:p>
        </p:txBody>
      </p:sp>
      <p:graphicFrame>
        <p:nvGraphicFramePr>
          <p:cNvPr id="908" name="Google Shape;908;p35"/>
          <p:cNvGraphicFramePr/>
          <p:nvPr/>
        </p:nvGraphicFramePr>
        <p:xfrm>
          <a:off x="1524000" y="1397000"/>
          <a:ext cx="6400800" cy="4241800"/>
        </p:xfrm>
        <a:graphic>
          <a:graphicData uri="http://schemas.openxmlformats.org/drawingml/2006/table">
            <a:tbl>
              <a:tblPr>
                <a:noFill/>
                <a:tableStyleId>{28DF7EB1-6169-4724-9FDF-D725A1A5F8CB}</a:tableStyleId>
              </a:tblPr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09" name="Google Shape;909;p35"/>
          <p:cNvSpPr txBox="1"/>
          <p:nvPr/>
        </p:nvSpPr>
        <p:spPr>
          <a:xfrm>
            <a:off x="838200" y="228600"/>
            <a:ext cx="7315200" cy="1138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 Splitting Example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a threshold first…say T &lt;= 4.</a:t>
            </a:r>
            <a:endParaRPr/>
          </a:p>
        </p:txBody>
      </p:sp>
      <p:sp>
        <p:nvSpPr>
          <p:cNvPr id="910" name="Google Shape;910;p35"/>
          <p:cNvSpPr txBox="1"/>
          <p:nvPr/>
        </p:nvSpPr>
        <p:spPr>
          <a:xfrm>
            <a:off x="2438400" y="5715000"/>
            <a:ext cx="62484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see the video recording to understand the example.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5" name="Google Shape;915;p3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66700" y="1611312"/>
            <a:ext cx="8610600" cy="4843462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36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*</a:t>
            </a:r>
            <a:endParaRPr/>
          </a:p>
        </p:txBody>
      </p:sp>
      <p:sp>
        <p:nvSpPr>
          <p:cNvPr id="917" name="Google Shape;917;p36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Image Segmentation</a:t>
            </a:r>
            <a:endParaRPr/>
          </a:p>
        </p:txBody>
      </p:sp>
      <p:sp>
        <p:nvSpPr>
          <p:cNvPr id="918" name="Google Shape;918;p36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36</a:t>
            </a:fld>
            <a:endParaRPr/>
          </a:p>
        </p:txBody>
      </p:sp>
      <p:sp>
        <p:nvSpPr>
          <p:cNvPr id="919" name="Google Shape;919;p36"/>
          <p:cNvSpPr txBox="1"/>
          <p:nvPr/>
        </p:nvSpPr>
        <p:spPr>
          <a:xfrm>
            <a:off x="1295400" y="898525"/>
            <a:ext cx="68580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https://www.youtube.com/watch?v=hKYBNdSspIo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37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*</a:t>
            </a:r>
            <a:endParaRPr/>
          </a:p>
        </p:txBody>
      </p:sp>
      <p:sp>
        <p:nvSpPr>
          <p:cNvPr id="925" name="Google Shape;925;p37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Image Segmentation</a:t>
            </a:r>
            <a:endParaRPr/>
          </a:p>
        </p:txBody>
      </p:sp>
      <p:sp>
        <p:nvSpPr>
          <p:cNvPr id="926" name="Google Shape;926;p37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37</a:t>
            </a:fld>
            <a:endParaRPr/>
          </a:p>
        </p:txBody>
      </p:sp>
      <p:sp>
        <p:nvSpPr>
          <p:cNvPr id="927" name="Google Shape;927;p37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Thresholding</a:t>
            </a:r>
            <a:endParaRPr/>
          </a:p>
        </p:txBody>
      </p:sp>
      <p:sp>
        <p:nvSpPr>
          <p:cNvPr id="928" name="Google Shape;928;p37"/>
          <p:cNvSpPr txBox="1"/>
          <p:nvPr/>
        </p:nvSpPr>
        <p:spPr>
          <a:xfrm>
            <a:off x="714375" y="1381125"/>
            <a:ext cx="7886700" cy="49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</a:pPr>
            <a:r>
              <a:rPr lang="en-US" sz="2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Segmentation into two classes/groups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200"/>
              <a:buFont typeface="Noto Sans Symbols"/>
              <a:buChar char="❑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Foreground (Objects)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200"/>
              <a:buFont typeface="Noto Sans Symbols"/>
              <a:buChar char="❑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Background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9" name="Google Shape;929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90950" y="2551112"/>
            <a:ext cx="3044825" cy="2306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5050" y="3227387"/>
            <a:ext cx="3349625" cy="268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3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23050" y="3567112"/>
            <a:ext cx="1754187" cy="2173287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37"/>
          <p:cNvSpPr txBox="1"/>
          <p:nvPr/>
        </p:nvSpPr>
        <p:spPr>
          <a:xfrm>
            <a:off x="0" y="6248400"/>
            <a:ext cx="9144000" cy="61436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38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*</a:t>
            </a:r>
            <a:endParaRPr/>
          </a:p>
        </p:txBody>
      </p:sp>
      <p:sp>
        <p:nvSpPr>
          <p:cNvPr id="938" name="Google Shape;938;p38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Image Segmentation</a:t>
            </a:r>
            <a:endParaRPr/>
          </a:p>
        </p:txBody>
      </p:sp>
      <p:sp>
        <p:nvSpPr>
          <p:cNvPr id="939" name="Google Shape;939;p38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38</a:t>
            </a:fld>
            <a:endParaRPr/>
          </a:p>
        </p:txBody>
      </p:sp>
      <p:pic>
        <p:nvPicPr>
          <p:cNvPr id="940" name="Google Shape;940;p38" descr="Thresholding&#10; Suppose that an image, f(x,y), is composed of light objects on a&#10;dark background, and the following figure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533400"/>
            <a:ext cx="8229600" cy="583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39"/>
          <p:cNvSpPr txBox="1"/>
          <p:nvPr/>
        </p:nvSpPr>
        <p:spPr>
          <a:xfrm>
            <a:off x="457200" y="56340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*</a:t>
            </a:r>
            <a:endParaRPr/>
          </a:p>
        </p:txBody>
      </p:sp>
      <p:sp>
        <p:nvSpPr>
          <p:cNvPr id="946" name="Google Shape;946;p39"/>
          <p:cNvSpPr txBox="1"/>
          <p:nvPr/>
        </p:nvSpPr>
        <p:spPr>
          <a:xfrm>
            <a:off x="3124200" y="5638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Image Segmentation</a:t>
            </a:r>
            <a:endParaRPr/>
          </a:p>
        </p:txBody>
      </p:sp>
      <p:sp>
        <p:nvSpPr>
          <p:cNvPr id="947" name="Google Shape;947;p39"/>
          <p:cNvSpPr txBox="1"/>
          <p:nvPr/>
        </p:nvSpPr>
        <p:spPr>
          <a:xfrm>
            <a:off x="6553200" y="56340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39</a:t>
            </a:fld>
            <a:endParaRPr/>
          </a:p>
        </p:txBody>
      </p:sp>
      <p:sp>
        <p:nvSpPr>
          <p:cNvPr id="948" name="Google Shape;948;p39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Thresholding</a:t>
            </a:r>
            <a:endParaRPr/>
          </a:p>
        </p:txBody>
      </p:sp>
      <p:pic>
        <p:nvPicPr>
          <p:cNvPr id="949" name="Google Shape;949;p3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514475" y="1295400"/>
            <a:ext cx="5713412" cy="1458912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39"/>
          <p:cNvSpPr txBox="1"/>
          <p:nvPr/>
        </p:nvSpPr>
        <p:spPr>
          <a:xfrm>
            <a:off x="2057400" y="2819400"/>
            <a:ext cx="473075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Objects &amp; Background</a:t>
            </a:r>
            <a:endParaRPr/>
          </a:p>
        </p:txBody>
      </p:sp>
      <p:sp>
        <p:nvSpPr>
          <p:cNvPr id="951" name="Google Shape;951;p39"/>
          <p:cNvSpPr txBox="1"/>
          <p:nvPr/>
        </p:nvSpPr>
        <p:spPr>
          <a:xfrm>
            <a:off x="0" y="5634037"/>
            <a:ext cx="9144000" cy="61436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52" name="Google Shape;952;p39" descr="Moo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3679825"/>
            <a:ext cx="2276475" cy="241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3" name="Google Shape;953;p39" descr="ThresholdedMoo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40462" y="3679825"/>
            <a:ext cx="2286000" cy="2416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4" name="Google Shape;954;p39"/>
          <p:cNvGrpSpPr/>
          <p:nvPr/>
        </p:nvGrpSpPr>
        <p:grpSpPr>
          <a:xfrm>
            <a:off x="3038475" y="4075112"/>
            <a:ext cx="3041650" cy="1517650"/>
            <a:chOff x="2039" y="2487"/>
            <a:chExt cx="1839" cy="1306"/>
          </a:xfrm>
        </p:grpSpPr>
        <p:sp>
          <p:nvSpPr>
            <p:cNvPr id="955" name="Google Shape;955;p39"/>
            <p:cNvSpPr/>
            <p:nvPr/>
          </p:nvSpPr>
          <p:spPr>
            <a:xfrm>
              <a:off x="2057" y="2487"/>
              <a:ext cx="1821" cy="130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00008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6" name="Google Shape;956;p39"/>
            <p:cNvSpPr txBox="1"/>
            <p:nvPr/>
          </p:nvSpPr>
          <p:spPr>
            <a:xfrm>
              <a:off x="2039" y="3021"/>
              <a:ext cx="352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 = </a:t>
              </a:r>
              <a:endParaRPr/>
            </a:p>
          </p:txBody>
        </p:sp>
        <p:sp>
          <p:nvSpPr>
            <p:cNvPr id="957" name="Google Shape;957;p39"/>
            <p:cNvSpPr/>
            <p:nvPr/>
          </p:nvSpPr>
          <p:spPr>
            <a:xfrm>
              <a:off x="2315" y="2849"/>
              <a:ext cx="175" cy="576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958" name="Google Shape;958;p39"/>
            <p:cNvGrpSpPr/>
            <p:nvPr/>
          </p:nvGrpSpPr>
          <p:grpSpPr>
            <a:xfrm>
              <a:off x="2394" y="2892"/>
              <a:ext cx="1339" cy="490"/>
              <a:chOff x="2639" y="2787"/>
              <a:chExt cx="1339" cy="490"/>
            </a:xfrm>
          </p:grpSpPr>
          <p:sp>
            <p:nvSpPr>
              <p:cNvPr id="959" name="Google Shape;959;p39"/>
              <p:cNvSpPr txBox="1"/>
              <p:nvPr/>
            </p:nvSpPr>
            <p:spPr>
              <a:xfrm>
                <a:off x="2639" y="2788"/>
                <a:ext cx="31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r>
                  <a:rPr lang="en-US" sz="1800" b="0" i="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1.0</a:t>
                </a:r>
                <a:endParaRPr/>
              </a:p>
            </p:txBody>
          </p:sp>
          <p:sp>
            <p:nvSpPr>
              <p:cNvPr id="960" name="Google Shape;960;p39"/>
              <p:cNvSpPr txBox="1"/>
              <p:nvPr/>
            </p:nvSpPr>
            <p:spPr>
              <a:xfrm>
                <a:off x="2639" y="3045"/>
                <a:ext cx="31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r>
                  <a:rPr lang="en-US" sz="1800" b="0" i="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0.0</a:t>
                </a:r>
                <a:endParaRPr/>
              </a:p>
            </p:txBody>
          </p:sp>
          <p:sp>
            <p:nvSpPr>
              <p:cNvPr id="961" name="Google Shape;961;p39"/>
              <p:cNvSpPr txBox="1"/>
              <p:nvPr/>
            </p:nvSpPr>
            <p:spPr>
              <a:xfrm>
                <a:off x="2974" y="3046"/>
                <a:ext cx="1004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r>
                  <a:rPr lang="en-US" sz="1800" b="0" i="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r &lt;= threshold</a:t>
                </a:r>
                <a:endParaRPr/>
              </a:p>
            </p:txBody>
          </p:sp>
          <p:sp>
            <p:nvSpPr>
              <p:cNvPr id="962" name="Google Shape;962;p39"/>
              <p:cNvSpPr txBox="1"/>
              <p:nvPr/>
            </p:nvSpPr>
            <p:spPr>
              <a:xfrm>
                <a:off x="2974" y="2787"/>
                <a:ext cx="100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r>
                  <a:rPr lang="en-US" sz="1800" b="0" i="0" u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r  &gt;  threshold</a:t>
                </a:r>
                <a:endParaRPr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40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*</a:t>
            </a:r>
            <a:endParaRPr/>
          </a:p>
        </p:txBody>
      </p:sp>
      <p:sp>
        <p:nvSpPr>
          <p:cNvPr id="968" name="Google Shape;968;p40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Image Segmentation</a:t>
            </a:r>
            <a:endParaRPr/>
          </a:p>
        </p:txBody>
      </p:sp>
      <p:sp>
        <p:nvSpPr>
          <p:cNvPr id="969" name="Google Shape;969;p40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40</a:t>
            </a:fld>
            <a:endParaRPr/>
          </a:p>
        </p:txBody>
      </p:sp>
      <p:sp>
        <p:nvSpPr>
          <p:cNvPr id="970" name="Google Shape;970;p40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Thresholding</a:t>
            </a:r>
            <a:endParaRPr/>
          </a:p>
        </p:txBody>
      </p:sp>
      <p:sp>
        <p:nvSpPr>
          <p:cNvPr id="971" name="Google Shape;971;p40"/>
          <p:cNvSpPr txBox="1"/>
          <p:nvPr/>
        </p:nvSpPr>
        <p:spPr>
          <a:xfrm>
            <a:off x="714375" y="1381125"/>
            <a:ext cx="7886700" cy="49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40"/>
              <a:buFont typeface="Noto Sans Symbols"/>
              <a:buChar char="■"/>
            </a:pPr>
            <a:r>
              <a:rPr lang="en-US" sz="3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GLOBAL</a:t>
            </a:r>
            <a:endParaRPr/>
          </a:p>
          <a:p>
            <a:pPr marL="342900" marR="0" lvl="0" indent="-342900" algn="l" rtl="0">
              <a:lnSpc>
                <a:spcPct val="12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340"/>
              <a:buFont typeface="Noto Sans Symbols"/>
              <a:buChar char="■"/>
            </a:pPr>
            <a:r>
              <a:rPr lang="en-US" sz="3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ADAPTIVE</a:t>
            </a:r>
            <a:endParaRPr/>
          </a:p>
          <a:p>
            <a:pPr marL="342900" marR="0" lvl="0" indent="-342900" algn="l" rtl="0">
              <a:lnSpc>
                <a:spcPct val="12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340"/>
              <a:buFont typeface="Noto Sans Symbols"/>
              <a:buChar char="■"/>
            </a:pPr>
            <a:r>
              <a:rPr lang="en-US" sz="3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</a:t>
            </a:r>
            <a:endParaRPr/>
          </a:p>
        </p:txBody>
      </p:sp>
      <p:sp>
        <p:nvSpPr>
          <p:cNvPr id="972" name="Google Shape;972;p40"/>
          <p:cNvSpPr txBox="1"/>
          <p:nvPr/>
        </p:nvSpPr>
        <p:spPr>
          <a:xfrm>
            <a:off x="0" y="6243637"/>
            <a:ext cx="9144000" cy="61436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41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*</a:t>
            </a:r>
            <a:endParaRPr/>
          </a:p>
        </p:txBody>
      </p:sp>
      <p:sp>
        <p:nvSpPr>
          <p:cNvPr id="978" name="Google Shape;978;p4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Image Segmentation</a:t>
            </a:r>
            <a:endParaRPr/>
          </a:p>
        </p:txBody>
      </p:sp>
      <p:sp>
        <p:nvSpPr>
          <p:cNvPr id="979" name="Google Shape;979;p41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41</a:t>
            </a:fld>
            <a:endParaRPr/>
          </a:p>
        </p:txBody>
      </p:sp>
      <p:pic>
        <p:nvPicPr>
          <p:cNvPr id="980" name="Google Shape;980;p41" descr="Thresholding&#10; One way to extract the objects from the background is to select&#10;a threshold T that separates object from ba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457200"/>
            <a:ext cx="8229600" cy="594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42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*</a:t>
            </a:r>
            <a:endParaRPr/>
          </a:p>
        </p:txBody>
      </p:sp>
      <p:sp>
        <p:nvSpPr>
          <p:cNvPr id="986" name="Google Shape;986;p42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Image Segmentation</a:t>
            </a:r>
            <a:endParaRPr/>
          </a:p>
        </p:txBody>
      </p:sp>
      <p:sp>
        <p:nvSpPr>
          <p:cNvPr id="987" name="Google Shape;987;p42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42</a:t>
            </a:fld>
            <a:endParaRPr/>
          </a:p>
        </p:txBody>
      </p:sp>
      <p:pic>
        <p:nvPicPr>
          <p:cNvPr id="988" name="Google Shape;988;p42" descr="Thresholding&#10; When the value of T changes over an image&#10; Then that process is referred as Variable thresholding.&#10; Somet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533400"/>
            <a:ext cx="8229600" cy="60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43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*</a:t>
            </a:r>
            <a:endParaRPr/>
          </a:p>
        </p:txBody>
      </p:sp>
      <p:sp>
        <p:nvSpPr>
          <p:cNvPr id="994" name="Google Shape;994;p43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Image Segmentation</a:t>
            </a:r>
            <a:endParaRPr/>
          </a:p>
        </p:txBody>
      </p:sp>
      <p:sp>
        <p:nvSpPr>
          <p:cNvPr id="995" name="Google Shape;995;p43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43</a:t>
            </a:fld>
            <a:endParaRPr/>
          </a:p>
        </p:txBody>
      </p:sp>
      <p:sp>
        <p:nvSpPr>
          <p:cNvPr id="996" name="Google Shape;996;p43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Global Thresholding</a:t>
            </a:r>
            <a:endParaRPr/>
          </a:p>
        </p:txBody>
      </p:sp>
      <p:sp>
        <p:nvSpPr>
          <p:cNvPr id="997" name="Google Shape;997;p43"/>
          <p:cNvSpPr txBox="1"/>
          <p:nvPr/>
        </p:nvSpPr>
        <p:spPr>
          <a:xfrm>
            <a:off x="714375" y="1381125"/>
            <a:ext cx="7886700" cy="49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</a:pPr>
            <a:r>
              <a:rPr lang="en-US" sz="2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 threshold value for entire image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</a:pPr>
            <a:r>
              <a:rPr lang="en-US" sz="2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Fixed ?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</a:pPr>
            <a:r>
              <a:rPr lang="en-US" sz="2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Automatic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200"/>
              <a:buFont typeface="Noto Sans Symbols"/>
              <a:buChar char="❑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Intensity histogram</a:t>
            </a:r>
            <a:endParaRPr/>
          </a:p>
          <a:p>
            <a:pPr marL="342900" marR="0" lvl="0" indent="-252095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None/>
            </a:pPr>
            <a:endParaRPr sz="2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52095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None/>
            </a:pPr>
            <a:endParaRPr sz="2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52095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None/>
            </a:pPr>
            <a:endParaRPr sz="2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52095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None/>
            </a:pPr>
            <a:endParaRPr sz="2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52095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None/>
            </a:pPr>
            <a:endParaRPr sz="2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8" name="Google Shape;998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6275" y="3143250"/>
            <a:ext cx="3733800" cy="2827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9" name="Google Shape;999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62475" y="3143250"/>
            <a:ext cx="4191000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43"/>
          <p:cNvSpPr txBox="1"/>
          <p:nvPr/>
        </p:nvSpPr>
        <p:spPr>
          <a:xfrm>
            <a:off x="0" y="6243637"/>
            <a:ext cx="9144000" cy="61436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44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*</a:t>
            </a:r>
            <a:endParaRPr/>
          </a:p>
        </p:txBody>
      </p:sp>
      <p:sp>
        <p:nvSpPr>
          <p:cNvPr id="1006" name="Google Shape;1006;p44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Image Segmentation</a:t>
            </a:r>
            <a:endParaRPr/>
          </a:p>
        </p:txBody>
      </p:sp>
      <p:sp>
        <p:nvSpPr>
          <p:cNvPr id="1007" name="Google Shape;1007;p44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44</a:t>
            </a:fld>
            <a:endParaRPr/>
          </a:p>
        </p:txBody>
      </p:sp>
      <p:sp>
        <p:nvSpPr>
          <p:cNvPr id="1008" name="Google Shape;1008;p44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Global Thresholding</a:t>
            </a:r>
            <a:endParaRPr/>
          </a:p>
        </p:txBody>
      </p:sp>
      <p:sp>
        <p:nvSpPr>
          <p:cNvPr id="1009" name="Google Shape;1009;p44"/>
          <p:cNvSpPr txBox="1"/>
          <p:nvPr/>
        </p:nvSpPr>
        <p:spPr>
          <a:xfrm>
            <a:off x="714375" y="1381125"/>
            <a:ext cx="7886700" cy="49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</a:pPr>
            <a:r>
              <a:rPr lang="en-US" sz="2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 threshold value for entire image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</a:pPr>
            <a:r>
              <a:rPr lang="en-US" sz="2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Fixed ?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</a:pPr>
            <a:r>
              <a:rPr lang="en-US" sz="2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Automatic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200"/>
              <a:buFont typeface="Noto Sans Symbols"/>
              <a:buChar char="❑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Intensity histogram</a:t>
            </a:r>
            <a:endParaRPr/>
          </a:p>
          <a:p>
            <a:pPr marL="342900" marR="0" lvl="0" indent="-252095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None/>
            </a:pPr>
            <a:endParaRPr sz="2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52095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None/>
            </a:pPr>
            <a:endParaRPr sz="2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52095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None/>
            </a:pPr>
            <a:endParaRPr sz="2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52095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None/>
            </a:pPr>
            <a:endParaRPr sz="2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52095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None/>
            </a:pPr>
            <a:endParaRPr sz="2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0" name="Google Shape;1010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5825" y="3271837"/>
            <a:ext cx="3251200" cy="274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1" name="Google Shape;1011;p44"/>
          <p:cNvSpPr txBox="1"/>
          <p:nvPr/>
        </p:nvSpPr>
        <p:spPr>
          <a:xfrm>
            <a:off x="5991225" y="3640137"/>
            <a:ext cx="2063750" cy="200342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12" name="Google Shape;1012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53025" y="3273425"/>
            <a:ext cx="3251200" cy="2751137"/>
          </a:xfrm>
          <a:prstGeom prst="rect">
            <a:avLst/>
          </a:prstGeom>
          <a:noFill/>
          <a:ln>
            <a:noFill/>
          </a:ln>
        </p:spPr>
      </p:pic>
      <p:sp>
        <p:nvSpPr>
          <p:cNvPr id="1013" name="Google Shape;1013;p44"/>
          <p:cNvSpPr txBox="1"/>
          <p:nvPr/>
        </p:nvSpPr>
        <p:spPr>
          <a:xfrm>
            <a:off x="0" y="6243637"/>
            <a:ext cx="9144000" cy="61436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45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*</a:t>
            </a:r>
            <a:endParaRPr/>
          </a:p>
        </p:txBody>
      </p:sp>
      <p:sp>
        <p:nvSpPr>
          <p:cNvPr id="1019" name="Google Shape;1019;p45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Image Segmentation</a:t>
            </a:r>
            <a:endParaRPr/>
          </a:p>
        </p:txBody>
      </p:sp>
      <p:sp>
        <p:nvSpPr>
          <p:cNvPr id="1020" name="Google Shape;1020;p45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45</a:t>
            </a:fld>
            <a:endParaRPr/>
          </a:p>
        </p:txBody>
      </p:sp>
      <p:sp>
        <p:nvSpPr>
          <p:cNvPr id="1021" name="Google Shape;1021;p45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Global Thresholding</a:t>
            </a:r>
            <a:endParaRPr/>
          </a:p>
        </p:txBody>
      </p:sp>
      <p:pic>
        <p:nvPicPr>
          <p:cNvPr id="1022" name="Google Shape;1022;p45" descr="Basic Global Thresholding&#10;Based on visual inspection of histogram&#10;1. Select an initial estimate for T.&#10;2. Segment the imag..."/>
          <p:cNvPicPr preferRelativeResize="0"/>
          <p:nvPr/>
        </p:nvPicPr>
        <p:blipFill rotWithShape="1">
          <a:blip r:embed="rId3">
            <a:alphaModFix/>
          </a:blip>
          <a:srcRect t="14070" b="9100"/>
          <a:stretch/>
        </p:blipFill>
        <p:spPr>
          <a:xfrm>
            <a:off x="533400" y="1447800"/>
            <a:ext cx="805815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3" name="Google Shape;1023;p45"/>
          <p:cNvSpPr txBox="1"/>
          <p:nvPr/>
        </p:nvSpPr>
        <p:spPr>
          <a:xfrm>
            <a:off x="381000" y="5867400"/>
            <a:ext cx="838200" cy="6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4" name="Google Shape;1024;p45"/>
          <p:cNvSpPr txBox="1"/>
          <p:nvPr/>
        </p:nvSpPr>
        <p:spPr>
          <a:xfrm>
            <a:off x="8077200" y="6400800"/>
            <a:ext cx="838200" cy="6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46"/>
          <p:cNvSpPr txBox="1">
            <a:spLocks noGrp="1"/>
          </p:cNvSpPr>
          <p:nvPr>
            <p:ph type="title"/>
          </p:nvPr>
        </p:nvSpPr>
        <p:spPr>
          <a:xfrm>
            <a:off x="1524000" y="609600"/>
            <a:ext cx="7467600" cy="33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aramond"/>
              <a:buNone/>
            </a:pPr>
            <a:r>
              <a:rPr lang="en-US" sz="2000" b="0" i="0" u="sng">
                <a:solidFill>
                  <a:schemeClr val="dk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https://www.youtube.com/watch?v=f1SaYzOthCM</a:t>
            </a:r>
            <a:br>
              <a:rPr lang="en-US" sz="20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</a:br>
            <a:endParaRPr/>
          </a:p>
        </p:txBody>
      </p:sp>
      <p:pic>
        <p:nvPicPr>
          <p:cNvPr id="1030" name="Google Shape;1030;p4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1160462"/>
            <a:ext cx="8642350" cy="486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46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*</a:t>
            </a:r>
            <a:endParaRPr/>
          </a:p>
        </p:txBody>
      </p:sp>
      <p:sp>
        <p:nvSpPr>
          <p:cNvPr id="1032" name="Google Shape;1032;p46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Image Segmentation</a:t>
            </a:r>
            <a:endParaRPr/>
          </a:p>
        </p:txBody>
      </p:sp>
      <p:sp>
        <p:nvSpPr>
          <p:cNvPr id="1033" name="Google Shape;1033;p46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46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47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*</a:t>
            </a:r>
            <a:endParaRPr/>
          </a:p>
        </p:txBody>
      </p:sp>
      <p:sp>
        <p:nvSpPr>
          <p:cNvPr id="1039" name="Google Shape;1039;p47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Image Segmentation</a:t>
            </a:r>
            <a:endParaRPr/>
          </a:p>
        </p:txBody>
      </p:sp>
      <p:sp>
        <p:nvSpPr>
          <p:cNvPr id="1040" name="Google Shape;1040;p47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47</a:t>
            </a:fld>
            <a:endParaRPr/>
          </a:p>
        </p:txBody>
      </p:sp>
      <p:sp>
        <p:nvSpPr>
          <p:cNvPr id="1041" name="Google Shape;1041;p47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Global Thresholding?</a:t>
            </a:r>
            <a:endParaRPr/>
          </a:p>
        </p:txBody>
      </p:sp>
      <p:pic>
        <p:nvPicPr>
          <p:cNvPr id="1042" name="Google Shape;1042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4875" y="1714500"/>
            <a:ext cx="7162800" cy="25765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3" name="Google Shape;1043;p47"/>
          <p:cNvCxnSpPr/>
          <p:nvPr/>
        </p:nvCxnSpPr>
        <p:spPr>
          <a:xfrm flipH="1">
            <a:off x="5962650" y="3043237"/>
            <a:ext cx="152400" cy="91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44" name="Google Shape;1044;p47"/>
          <p:cNvCxnSpPr/>
          <p:nvPr/>
        </p:nvCxnSpPr>
        <p:spPr>
          <a:xfrm flipH="1">
            <a:off x="6877050" y="3119437"/>
            <a:ext cx="152400" cy="91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045" name="Google Shape;1045;p47"/>
          <p:cNvSpPr txBox="1"/>
          <p:nvPr/>
        </p:nvSpPr>
        <p:spPr>
          <a:xfrm>
            <a:off x="1676400" y="4914900"/>
            <a:ext cx="59182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Multilevel Thresholding can be a solution?</a:t>
            </a:r>
            <a:endParaRPr/>
          </a:p>
        </p:txBody>
      </p:sp>
      <p:sp>
        <p:nvSpPr>
          <p:cNvPr id="1046" name="Google Shape;1046;p47"/>
          <p:cNvSpPr txBox="1"/>
          <p:nvPr/>
        </p:nvSpPr>
        <p:spPr>
          <a:xfrm>
            <a:off x="0" y="6243637"/>
            <a:ext cx="9144000" cy="61436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48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*</a:t>
            </a:r>
            <a:endParaRPr/>
          </a:p>
        </p:txBody>
      </p:sp>
      <p:sp>
        <p:nvSpPr>
          <p:cNvPr id="1052" name="Google Shape;1052;p48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Image Segmentation</a:t>
            </a:r>
            <a:endParaRPr/>
          </a:p>
        </p:txBody>
      </p:sp>
      <p:sp>
        <p:nvSpPr>
          <p:cNvPr id="1053" name="Google Shape;1053;p48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48</a:t>
            </a:fld>
            <a:endParaRPr/>
          </a:p>
        </p:txBody>
      </p:sp>
      <p:pic>
        <p:nvPicPr>
          <p:cNvPr id="1054" name="Google Shape;1054;p48" descr="Multilevel thresholding&#10;• A point (x,y) belongs&#10;– to an object class if T1 &lt; f(x,y)  T2&#10;– to another object class if f(x,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533400"/>
            <a:ext cx="8210550" cy="6049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49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*</a:t>
            </a:r>
            <a:endParaRPr/>
          </a:p>
        </p:txBody>
      </p:sp>
      <p:sp>
        <p:nvSpPr>
          <p:cNvPr id="1060" name="Google Shape;1060;p49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Image Segmentation</a:t>
            </a:r>
            <a:endParaRPr/>
          </a:p>
        </p:txBody>
      </p:sp>
      <p:sp>
        <p:nvSpPr>
          <p:cNvPr id="1061" name="Google Shape;1061;p49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49</a:t>
            </a:fld>
            <a:endParaRPr/>
          </a:p>
        </p:txBody>
      </p:sp>
      <p:pic>
        <p:nvPicPr>
          <p:cNvPr id="1062" name="Google Shape;1062;p49" descr="Thresholding&#10;ET403:Principles of Image Processing&#10;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457200"/>
            <a:ext cx="8229600" cy="60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50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*</a:t>
            </a:r>
            <a:endParaRPr/>
          </a:p>
        </p:txBody>
      </p:sp>
      <p:sp>
        <p:nvSpPr>
          <p:cNvPr id="1068" name="Google Shape;1068;p50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Image Segmentation</a:t>
            </a:r>
            <a:endParaRPr/>
          </a:p>
        </p:txBody>
      </p:sp>
      <p:sp>
        <p:nvSpPr>
          <p:cNvPr id="1069" name="Google Shape;1069;p50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50</a:t>
            </a:fld>
            <a:endParaRPr/>
          </a:p>
        </p:txBody>
      </p:sp>
      <p:sp>
        <p:nvSpPr>
          <p:cNvPr id="1070" name="Google Shape;1070;p50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Local Adaptive Thresholding</a:t>
            </a:r>
            <a:endParaRPr/>
          </a:p>
        </p:txBody>
      </p:sp>
      <p:sp>
        <p:nvSpPr>
          <p:cNvPr id="1071" name="Google Shape;1071;p50"/>
          <p:cNvSpPr txBox="1"/>
          <p:nvPr/>
        </p:nvSpPr>
        <p:spPr>
          <a:xfrm>
            <a:off x="714375" y="3300412"/>
            <a:ext cx="7886700" cy="677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</a:pPr>
            <a:r>
              <a:rPr lang="en-US" sz="2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Threshold: function of neighboring pixels</a:t>
            </a:r>
            <a:endParaRPr/>
          </a:p>
          <a:p>
            <a:pPr marL="342900" marR="0" lvl="0" indent="-252095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None/>
            </a:pPr>
            <a:endParaRPr sz="2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52095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None/>
            </a:pPr>
            <a:endParaRPr sz="2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2" name="Google Shape;1072;p5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254375" y="3935412"/>
            <a:ext cx="2506662" cy="223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50"/>
          <p:cNvSpPr txBox="1"/>
          <p:nvPr/>
        </p:nvSpPr>
        <p:spPr>
          <a:xfrm>
            <a:off x="85725" y="6457950"/>
            <a:ext cx="9144000" cy="61436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4" name="Google Shape;1074;p50"/>
          <p:cNvSpPr txBox="1"/>
          <p:nvPr/>
        </p:nvSpPr>
        <p:spPr>
          <a:xfrm>
            <a:off x="714375" y="1349375"/>
            <a:ext cx="7362825" cy="18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800"/>
              <a:buFont typeface="Noto Sans Symbols"/>
              <a:buChar char="❑"/>
            </a:pPr>
            <a:r>
              <a:rPr lang="en-US" sz="2800" b="0" i="0" u="none">
                <a:solidFill>
                  <a:srgbClr val="202124"/>
                </a:solidFill>
                <a:latin typeface="Garamond"/>
                <a:ea typeface="Garamond"/>
                <a:cs typeface="Garamond"/>
                <a:sym typeface="Garamond"/>
              </a:rPr>
              <a:t>The Local Adaptive Thresholding chooses different threshold values for every pixel in the image based on an analysis of its neighboring pixels.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51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*</a:t>
            </a:r>
            <a:endParaRPr/>
          </a:p>
        </p:txBody>
      </p:sp>
      <p:sp>
        <p:nvSpPr>
          <p:cNvPr id="1080" name="Google Shape;1080;p5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Image Segmentation</a:t>
            </a:r>
            <a:endParaRPr/>
          </a:p>
        </p:txBody>
      </p:sp>
      <p:sp>
        <p:nvSpPr>
          <p:cNvPr id="1081" name="Google Shape;1081;p51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51</a:t>
            </a:fld>
            <a:endParaRPr/>
          </a:p>
        </p:txBody>
      </p:sp>
      <p:sp>
        <p:nvSpPr>
          <p:cNvPr id="1082" name="Google Shape;1082;p51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Local Adaptive Thresholding</a:t>
            </a:r>
            <a:endParaRPr/>
          </a:p>
        </p:txBody>
      </p:sp>
      <p:pic>
        <p:nvPicPr>
          <p:cNvPr id="1083" name="Google Shape;1083;p5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763837" y="2435225"/>
            <a:ext cx="3116262" cy="1874837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51"/>
          <p:cNvSpPr txBox="1"/>
          <p:nvPr/>
        </p:nvSpPr>
        <p:spPr>
          <a:xfrm>
            <a:off x="714375" y="1381125"/>
            <a:ext cx="7886700" cy="115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</a:pPr>
            <a:r>
              <a:rPr lang="en-US" sz="2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Niblack Algorithm</a:t>
            </a:r>
            <a:endParaRPr/>
          </a:p>
          <a:p>
            <a:pPr marL="342900" marR="0" lvl="0" indent="-252095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None/>
            </a:pPr>
            <a:endParaRPr sz="2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52095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None/>
            </a:pPr>
            <a:endParaRPr sz="2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52095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None/>
            </a:pPr>
            <a:endParaRPr sz="2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52095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None/>
            </a:pPr>
            <a:endParaRPr sz="2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52095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None/>
            </a:pPr>
            <a:endParaRPr sz="2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52095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None/>
            </a:pPr>
            <a:endParaRPr sz="2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52095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None/>
            </a:pPr>
            <a:endParaRPr sz="2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52095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None/>
            </a:pPr>
            <a:endParaRPr sz="2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</a:pPr>
            <a:r>
              <a:rPr lang="en-US" sz="2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Neighborhood size???</a:t>
            </a:r>
            <a:endParaRPr/>
          </a:p>
          <a:p>
            <a:pPr marL="342900" marR="0" lvl="0" indent="-252095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None/>
            </a:pPr>
            <a:endParaRPr sz="2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52095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None/>
            </a:pPr>
            <a:endParaRPr sz="2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52095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None/>
            </a:pPr>
            <a:endParaRPr sz="2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52095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None/>
            </a:pPr>
            <a:endParaRPr sz="2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51"/>
          <p:cNvSpPr txBox="1"/>
          <p:nvPr/>
        </p:nvSpPr>
        <p:spPr>
          <a:xfrm>
            <a:off x="0" y="6243637"/>
            <a:ext cx="9144000" cy="61436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52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*</a:t>
            </a:r>
            <a:endParaRPr/>
          </a:p>
        </p:txBody>
      </p:sp>
      <p:sp>
        <p:nvSpPr>
          <p:cNvPr id="1091" name="Google Shape;1091;p52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Image Segmentation</a:t>
            </a:r>
            <a:endParaRPr/>
          </a:p>
        </p:txBody>
      </p:sp>
      <p:sp>
        <p:nvSpPr>
          <p:cNvPr id="1092" name="Google Shape;1092;p52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52</a:t>
            </a:fld>
            <a:endParaRPr/>
          </a:p>
        </p:txBody>
      </p:sp>
      <p:pic>
        <p:nvPicPr>
          <p:cNvPr id="1093" name="Google Shape;1093;p52" descr="Image result for what is adaptive thresholding in image process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609600"/>
            <a:ext cx="7381875" cy="5541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53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*</a:t>
            </a:r>
            <a:endParaRPr/>
          </a:p>
        </p:txBody>
      </p:sp>
      <p:sp>
        <p:nvSpPr>
          <p:cNvPr id="1099" name="Google Shape;1099;p53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Image Segmentation</a:t>
            </a:r>
            <a:endParaRPr/>
          </a:p>
        </p:txBody>
      </p:sp>
      <p:sp>
        <p:nvSpPr>
          <p:cNvPr id="1100" name="Google Shape;1100;p53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53</a:t>
            </a:fld>
            <a:endParaRPr/>
          </a:p>
        </p:txBody>
      </p:sp>
      <p:pic>
        <p:nvPicPr>
          <p:cNvPr id="1101" name="Google Shape;1101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457200"/>
            <a:ext cx="8229600" cy="617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54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https://youtu.be/nPyb2BVBeB8</a:t>
            </a:r>
            <a:endParaRPr/>
          </a:p>
        </p:txBody>
      </p:sp>
      <p:pic>
        <p:nvPicPr>
          <p:cNvPr id="1107" name="Google Shape;1107;p5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33400" y="1485900"/>
            <a:ext cx="8061325" cy="453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8" name="Google Shape;1108;p54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*</a:t>
            </a:r>
            <a:endParaRPr/>
          </a:p>
        </p:txBody>
      </p:sp>
      <p:sp>
        <p:nvSpPr>
          <p:cNvPr id="1109" name="Google Shape;1109;p54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Image Segmentation</a:t>
            </a:r>
            <a:endParaRPr/>
          </a:p>
        </p:txBody>
      </p:sp>
      <p:sp>
        <p:nvSpPr>
          <p:cNvPr id="1110" name="Google Shape;1110;p54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54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55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*</a:t>
            </a:r>
            <a:endParaRPr/>
          </a:p>
        </p:txBody>
      </p:sp>
      <p:sp>
        <p:nvSpPr>
          <p:cNvPr id="1116" name="Google Shape;1116;p55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Image Segmentation</a:t>
            </a:r>
            <a:endParaRPr/>
          </a:p>
        </p:txBody>
      </p:sp>
      <p:sp>
        <p:nvSpPr>
          <p:cNvPr id="1117" name="Google Shape;1117;p55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55</a:t>
            </a:fld>
            <a:endParaRPr/>
          </a:p>
        </p:txBody>
      </p:sp>
      <p:sp>
        <p:nvSpPr>
          <p:cNvPr id="1118" name="Google Shape;1118;p55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K-Means Clustering</a:t>
            </a:r>
            <a:endParaRPr/>
          </a:p>
        </p:txBody>
      </p:sp>
      <p:sp>
        <p:nvSpPr>
          <p:cNvPr id="1119" name="Google Shape;1119;p55"/>
          <p:cNvSpPr txBox="1"/>
          <p:nvPr/>
        </p:nvSpPr>
        <p:spPr>
          <a:xfrm>
            <a:off x="714375" y="1381125"/>
            <a:ext cx="7886700" cy="49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34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1430"/>
              <a:buFont typeface="Noto Sans Symbols"/>
              <a:buAutoNum type="arabicPeriod"/>
            </a:pPr>
            <a:r>
              <a:rPr lang="en-US" sz="2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Chose the number (K) of clusters and randomly select the centroids of each cluster.</a:t>
            </a:r>
            <a:endParaRPr/>
          </a:p>
          <a:p>
            <a:pPr marL="533400" marR="0" lvl="0" indent="-5334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C9900"/>
              </a:buClr>
              <a:buSzPts val="1430"/>
              <a:buFont typeface="Noto Sans Symbols"/>
              <a:buAutoNum type="arabicPeriod"/>
            </a:pPr>
            <a:r>
              <a:rPr lang="en-US" sz="2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each data point: </a:t>
            </a:r>
            <a:endParaRPr/>
          </a:p>
          <a:p>
            <a:pPr marL="914400" marR="0" lvl="1" indent="-457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200"/>
              <a:buFont typeface="Noto Sans Symbols"/>
              <a:buChar char="❑"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Calculate the distance from the data point to each cluster.</a:t>
            </a:r>
            <a:endParaRPr/>
          </a:p>
          <a:p>
            <a:pPr marL="914400" marR="0" lvl="1" indent="-457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200"/>
              <a:buFont typeface="Noto Sans Symbols"/>
              <a:buChar char="❑"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Assign the data point to the closest cluster.</a:t>
            </a:r>
            <a:endParaRPr/>
          </a:p>
          <a:p>
            <a:pPr marL="533400" marR="0" lvl="0" indent="-5334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C9900"/>
              </a:buClr>
              <a:buSzPts val="1430"/>
              <a:buFont typeface="Noto Sans Symbols"/>
              <a:buAutoNum type="arabicPeriod"/>
            </a:pPr>
            <a:r>
              <a:rPr lang="en-US" sz="2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Recompute the centroid of each cluster.</a:t>
            </a:r>
            <a:endParaRPr/>
          </a:p>
          <a:p>
            <a:pPr marL="533400" marR="0" lvl="0" indent="-5334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C9900"/>
              </a:buClr>
              <a:buSzPts val="1430"/>
              <a:buFont typeface="Noto Sans Symbols"/>
              <a:buAutoNum type="arabicPeriod"/>
            </a:pPr>
            <a:r>
              <a:rPr lang="en-US" sz="2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Repeat steps 2 and 3 until there is no further change in the assignment of data points (or in the centroids).</a:t>
            </a:r>
            <a:endParaRPr/>
          </a:p>
        </p:txBody>
      </p:sp>
      <p:sp>
        <p:nvSpPr>
          <p:cNvPr id="1120" name="Google Shape;1120;p55"/>
          <p:cNvSpPr txBox="1"/>
          <p:nvPr/>
        </p:nvSpPr>
        <p:spPr>
          <a:xfrm>
            <a:off x="0" y="6243637"/>
            <a:ext cx="9144000" cy="61436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56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*</a:t>
            </a:r>
            <a:endParaRPr/>
          </a:p>
        </p:txBody>
      </p:sp>
      <p:sp>
        <p:nvSpPr>
          <p:cNvPr id="1126" name="Google Shape;1126;p56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r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Image Segmentation</a:t>
            </a:r>
            <a:endParaRPr/>
          </a:p>
        </p:txBody>
      </p:sp>
      <p:sp>
        <p:nvSpPr>
          <p:cNvPr id="1127" name="Google Shape;1127;p56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Garamond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56</a:t>
            </a:fld>
            <a:endParaRPr/>
          </a:p>
        </p:txBody>
      </p:sp>
      <p:pic>
        <p:nvPicPr>
          <p:cNvPr id="1128" name="Google Shape;1128;p56" descr="More Complex Segmentation Methods&#10;• Snakes&#10;• Level Sets&#10;• Graph Cuts&#10;• Generalized PCA&#10;ET403:Principles of Image Processin..."/>
          <p:cNvPicPr preferRelativeResize="0"/>
          <p:nvPr/>
        </p:nvPicPr>
        <p:blipFill rotWithShape="1">
          <a:blip r:embed="rId3">
            <a:alphaModFix/>
          </a:blip>
          <a:srcRect b="10422"/>
          <a:stretch/>
        </p:blipFill>
        <p:spPr>
          <a:xfrm>
            <a:off x="457200" y="781050"/>
            <a:ext cx="8229600" cy="523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57"/>
          <p:cNvSpPr txBox="1">
            <a:spLocks noGrp="1"/>
          </p:cNvSpPr>
          <p:nvPr>
            <p:ph type="title"/>
          </p:nvPr>
        </p:nvSpPr>
        <p:spPr>
          <a:xfrm>
            <a:off x="457200" y="4270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4400"/>
              <a:buFont typeface="Constantia"/>
              <a:buNone/>
            </a:pPr>
            <a:r>
              <a:rPr lang="en-US" sz="4400" b="1" i="0" u="sng">
                <a:solidFill>
                  <a:srgbClr val="993300"/>
                </a:solidFill>
                <a:latin typeface="Constantia"/>
                <a:ea typeface="Constantia"/>
                <a:cs typeface="Constantia"/>
                <a:sym typeface="Constantia"/>
              </a:rPr>
              <a:t>Review</a:t>
            </a:r>
            <a:endParaRPr/>
          </a:p>
        </p:txBody>
      </p:sp>
      <p:sp>
        <p:nvSpPr>
          <p:cNvPr id="1134" name="Google Shape;1134;p5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AutoNum type="arabicPeriod"/>
            </a:pPr>
            <a:r>
              <a:rPr lang="en-US" sz="2800" b="0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Segmentation based on Threshold</a:t>
            </a:r>
            <a:endParaRPr/>
          </a:p>
          <a:p>
            <a:pPr marL="514350" marR="0" lvl="0" indent="-336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Noto Sans Symbols"/>
              <a:buNone/>
            </a:pPr>
            <a:endParaRPr sz="28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❑"/>
            </a:pPr>
            <a:r>
              <a:rPr lang="en-US" sz="2400" b="0" i="0" u="none" strike="noStrike" cap="non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Histogram thresholding and slicing methods are used to partition the image.</a:t>
            </a:r>
            <a:endParaRPr/>
          </a:p>
          <a:p>
            <a:pPr marL="742950" marR="0" lvl="1" indent="-2222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36600"/>
              </a:buClr>
              <a:buSzPts val="1000"/>
              <a:buFont typeface="Noto Sans Symbols"/>
              <a:buNone/>
            </a:pPr>
            <a:endParaRPr sz="1000" b="0" i="0" u="none" strike="noStrike" cap="none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❑"/>
            </a:pPr>
            <a:r>
              <a:rPr lang="en-US" sz="2400" b="0" i="0" u="none" strike="noStrike" cap="non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Image segmentation by thresholding is a simple but powerful approach for segmenting images having light objects on grim background</a:t>
            </a:r>
            <a:endParaRPr/>
          </a:p>
          <a:p>
            <a:pPr marL="742950" marR="0" lvl="1" indent="-2222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36600"/>
              </a:buClr>
              <a:buSzPts val="1000"/>
              <a:buFont typeface="Noto Sans Symbols"/>
              <a:buNone/>
            </a:pPr>
            <a:endParaRPr sz="1000" b="0" i="0" u="none" strike="noStrike" cap="none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❑"/>
            </a:pPr>
            <a:r>
              <a:rPr lang="en-US" sz="2400" b="0" i="0" u="none" strike="noStrike" cap="non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Thresholding procedure used to distribute as intensity value called as threshold, and threshold divides the desires classes.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b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400" b="0" i="0" u="none" strike="noStrike" cap="none">
                <a:solidFill>
                  <a:srgbClr val="3366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5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Constantia"/>
              <a:buNone/>
            </a:pPr>
            <a:r>
              <a:rPr lang="en-US" sz="3200" b="1" i="0" u="none">
                <a:solidFill>
                  <a:srgbClr val="993300"/>
                </a:solidFill>
                <a:latin typeface="Constantia"/>
                <a:ea typeface="Constantia"/>
                <a:cs typeface="Constantia"/>
                <a:sym typeface="Constantia"/>
              </a:rPr>
              <a:t>Review</a:t>
            </a:r>
            <a:endParaRPr/>
          </a:p>
        </p:txBody>
      </p:sp>
      <p:sp>
        <p:nvSpPr>
          <p:cNvPr id="1140" name="Google Shape;1140;p58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AutoNum type="arabicPeriod" startAt="2"/>
            </a:pPr>
            <a:r>
              <a:rPr lang="en-US" sz="2800" b="0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Segmentation based on Edge</a:t>
            </a:r>
            <a:br>
              <a:rPr lang="en-US" sz="2800" b="0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detected edges in an image conclude to represent object boundaries.</a:t>
            </a:r>
            <a:endParaRPr/>
          </a:p>
          <a:p>
            <a:pPr marL="742950" marR="0" lvl="1" indent="-247650" algn="l" rtl="0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rgbClr val="3366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The easiest way to observe edges in an image is to focus for places in the image where the intensity changes promptly, using one of this criterion.</a:t>
            </a:r>
            <a:endParaRPr/>
          </a:p>
          <a:p>
            <a:pPr marL="742950" marR="0" lvl="1" indent="-241300" algn="l" rtl="0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rgbClr val="3366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1143000" marR="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030A0"/>
              </a:buClr>
              <a:buSzPts val="2000"/>
              <a:buFont typeface="Constantia"/>
              <a:buChar char="-"/>
            </a:pPr>
            <a:r>
              <a:rPr lang="en-US" sz="2000" b="0" i="0" u="none" strike="noStrike" cap="none">
                <a:solidFill>
                  <a:srgbClr val="7030A0"/>
                </a:solidFill>
                <a:latin typeface="Constantia"/>
                <a:ea typeface="Constantia"/>
                <a:cs typeface="Constantia"/>
                <a:sym typeface="Constantia"/>
              </a:rPr>
              <a:t>Places where the first derivative of the intensity is larger</a:t>
            </a:r>
            <a:br>
              <a:rPr lang="en-US" sz="2000" b="0" i="0" u="none" strike="noStrike" cap="none">
                <a:solidFill>
                  <a:srgbClr val="7030A0"/>
                </a:solidFill>
                <a:latin typeface="Constantia"/>
                <a:ea typeface="Constantia"/>
                <a:cs typeface="Constantia"/>
                <a:sym typeface="Constantia"/>
              </a:rPr>
            </a:br>
            <a:r>
              <a:rPr lang="en-US" sz="2000" b="0" i="0" u="none" strike="noStrike" cap="none">
                <a:solidFill>
                  <a:srgbClr val="7030A0"/>
                </a:solidFill>
                <a:latin typeface="Constantia"/>
                <a:ea typeface="Constantia"/>
                <a:cs typeface="Constantia"/>
                <a:sym typeface="Constantia"/>
              </a:rPr>
              <a:t>in magnitude than some threshold.</a:t>
            </a:r>
            <a:endParaRPr/>
          </a:p>
          <a:p>
            <a:pPr marL="1143000" marR="0" lvl="2" indent="-19685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660066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7030A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1143000" marR="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030A0"/>
              </a:buClr>
              <a:buSzPts val="2000"/>
              <a:buFont typeface="Constantia"/>
              <a:buChar char="-"/>
            </a:pPr>
            <a:r>
              <a:rPr lang="en-US" sz="2000" b="0" i="0" u="none" strike="noStrike" cap="none">
                <a:solidFill>
                  <a:srgbClr val="7030A0"/>
                </a:solidFill>
                <a:latin typeface="Constantia"/>
                <a:ea typeface="Constantia"/>
                <a:cs typeface="Constantia"/>
                <a:sym typeface="Constantia"/>
              </a:rPr>
              <a:t>Places where the second derivative of the intensity has a</a:t>
            </a:r>
            <a:br>
              <a:rPr lang="en-US" sz="2000" b="0" i="0" u="none" strike="noStrike" cap="none">
                <a:solidFill>
                  <a:srgbClr val="7030A0"/>
                </a:solidFill>
                <a:latin typeface="Constantia"/>
                <a:ea typeface="Constantia"/>
                <a:cs typeface="Constantia"/>
                <a:sym typeface="Constantia"/>
              </a:rPr>
            </a:br>
            <a:r>
              <a:rPr lang="en-US" sz="2000" b="0" i="0" u="none" strike="noStrike" cap="none">
                <a:solidFill>
                  <a:srgbClr val="7030A0"/>
                </a:solidFill>
                <a:latin typeface="Constantia"/>
                <a:ea typeface="Constantia"/>
                <a:cs typeface="Constantia"/>
                <a:sym typeface="Constantia"/>
              </a:rPr>
              <a:t>zero crossing.</a:t>
            </a:r>
            <a:br>
              <a:rPr lang="en-US" sz="2000" b="0" i="0" u="none" strike="noStrike" cap="non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</a:br>
            <a:br>
              <a:rPr lang="en-US" sz="1000" b="0" i="0" u="none" strike="noStrike" cap="non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</a:br>
            <a:endParaRPr sz="200" b="0" i="0" u="none" strike="noStrike" cap="none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Edges are discovered first, and then they are linked together to form forced boundaries.</a:t>
            </a:r>
            <a:br>
              <a:rPr lang="en-US" sz="2400" b="0" i="0" u="none" strike="noStrike" cap="non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</a:br>
            <a:b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400" b="0" i="0" u="none" strike="noStrike" cap="none">
                <a:solidFill>
                  <a:srgbClr val="3366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59"/>
          <p:cNvSpPr txBox="1">
            <a:spLocks noGrp="1"/>
          </p:cNvSpPr>
          <p:nvPr>
            <p:ph type="body" idx="1"/>
          </p:nvPr>
        </p:nvSpPr>
        <p:spPr>
          <a:xfrm>
            <a:off x="457200" y="16462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AutoNum type="arabicPeriod" startAt="3"/>
            </a:pPr>
            <a:r>
              <a:rPr lang="en-US" sz="2800" b="0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Segmentation based on Region</a:t>
            </a:r>
            <a:br>
              <a:rPr lang="en-US" sz="2800" b="0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Where an edge based technique may try to explore the object boundaries and then discover the object itself by packing them in, </a:t>
            </a:r>
            <a:endParaRPr/>
          </a:p>
          <a:p>
            <a:pPr marL="742950" marR="0" lvl="1" indent="-1333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366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a region based method takes the opposite approach,</a:t>
            </a:r>
            <a:br>
              <a:rPr lang="en-US" sz="2400" b="0" i="0" u="none" strike="noStrike" cap="non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</a:b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by (e.g.) beginning in the inside of an object and then</a:t>
            </a:r>
            <a:br>
              <a:rPr lang="en-US" sz="2400" b="0" i="0" u="none" strike="noStrike" cap="non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</a:br>
            <a:r>
              <a:rPr lang="en-US" sz="2400" b="0" i="0" u="none" strike="noStrike" cap="non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“growing” outward until it encounter the object boundaries.</a:t>
            </a:r>
            <a:br>
              <a:rPr lang="en-US" sz="2400" b="0" i="0" u="none" strike="noStrike" cap="non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</a:br>
            <a:br>
              <a:rPr lang="en-US" sz="2400" b="0" i="0" u="none" strike="noStrike" cap="non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</a:br>
            <a:b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400" b="0" i="0" u="none" strike="noStrike" cap="none">
                <a:solidFill>
                  <a:srgbClr val="3366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146" name="Google Shape;1146;p5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600"/>
              <a:buFont typeface="Constantia"/>
              <a:buNone/>
            </a:pPr>
            <a:r>
              <a:rPr lang="en-US" sz="3600" b="1" i="0" u="none">
                <a:solidFill>
                  <a:srgbClr val="993300"/>
                </a:solidFill>
                <a:latin typeface="Constantia"/>
                <a:ea typeface="Constantia"/>
                <a:cs typeface="Constantia"/>
                <a:sym typeface="Constantia"/>
              </a:rPr>
              <a:t>Review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60"/>
          <p:cNvSpPr txBox="1">
            <a:spLocks noGrp="1"/>
          </p:cNvSpPr>
          <p:nvPr>
            <p:ph type="title"/>
          </p:nvPr>
        </p:nvSpPr>
        <p:spPr>
          <a:xfrm>
            <a:off x="457200" y="4270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600"/>
              <a:buFont typeface="Constantia"/>
              <a:buNone/>
            </a:pPr>
            <a:r>
              <a:rPr lang="en-US" sz="3600" b="1" i="0" u="none">
                <a:solidFill>
                  <a:srgbClr val="993300"/>
                </a:solidFill>
                <a:latin typeface="Constantia"/>
                <a:ea typeface="Constantia"/>
                <a:cs typeface="Constantia"/>
                <a:sym typeface="Constantia"/>
              </a:rPr>
              <a:t>Review</a:t>
            </a:r>
            <a:endParaRPr/>
          </a:p>
        </p:txBody>
      </p:sp>
      <p:sp>
        <p:nvSpPr>
          <p:cNvPr id="1152" name="Google Shape;1152;p60"/>
          <p:cNvSpPr txBox="1">
            <a:spLocks noGrp="1"/>
          </p:cNvSpPr>
          <p:nvPr>
            <p:ph type="body" idx="1"/>
          </p:nvPr>
        </p:nvSpPr>
        <p:spPr>
          <a:xfrm>
            <a:off x="457200" y="14478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endParaRPr sz="28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AutoNum type="arabicPeriod" startAt="4"/>
            </a:pPr>
            <a:r>
              <a:rPr lang="en-US" sz="2800" b="0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Clustering Techniques</a:t>
            </a:r>
            <a:br>
              <a:rPr lang="en-US" sz="2800" b="0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Clustering techniques try to batch together patterns that are alike in unspecified sense.</a:t>
            </a:r>
            <a:endParaRPr/>
          </a:p>
          <a:p>
            <a:pPr marL="742950" marR="0" lvl="1" indent="-247650" algn="l" rtl="0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rgbClr val="3366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AutoNum type="arabicPeriod" startAt="4"/>
            </a:pPr>
            <a:r>
              <a:rPr lang="en-US" sz="2800" b="0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Matching</a:t>
            </a:r>
            <a:br>
              <a:rPr lang="en-US" sz="2800" b="0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000" b="0" i="0" u="non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</a:br>
            <a:endParaRPr sz="200" b="0" i="0" u="none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Depending on the looks of the object that we are trying to identify in an image, we can use this knowledge to locate the object in an image. 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This attitude to segmentation is called matching.</a:t>
            </a:r>
            <a:br>
              <a:rPr lang="en-US" sz="2400" b="0" i="0" u="none" strike="noStrike" cap="non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</a:br>
            <a:b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400" b="0" i="0" u="none" strike="noStrike" cap="none">
                <a:solidFill>
                  <a:srgbClr val="3366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utorial on DIP">
  <a:themeElements>
    <a:clrScheme name="Tutorial on DI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ホワイ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utorial on DIP">
  <a:themeElements>
    <a:clrScheme name="Tutorial on DI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5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3_Compass">
  <a:themeElements>
    <a:clrScheme name="Compass 11">
      <a:dk1>
        <a:srgbClr val="000000"/>
      </a:dk1>
      <a:lt1>
        <a:srgbClr val="FFFFFF"/>
      </a:lt1>
      <a:dk2>
        <a:srgbClr val="000000"/>
      </a:dk2>
      <a:lt2>
        <a:srgbClr val="FFFEF7"/>
      </a:lt2>
      <a:accent1>
        <a:srgbClr val="E1E1FF"/>
      </a:accent1>
      <a:accent2>
        <a:srgbClr val="D9FFF8"/>
      </a:accent2>
      <a:accent3>
        <a:srgbClr val="FFFFFF"/>
      </a:accent3>
      <a:accent4>
        <a:srgbClr val="000000"/>
      </a:accent4>
      <a:accent5>
        <a:srgbClr val="EEEEFF"/>
      </a:accent5>
      <a:accent6>
        <a:srgbClr val="C4E7E1"/>
      </a:accent6>
      <a:hlink>
        <a:srgbClr val="9966FF"/>
      </a:hlink>
      <a:folHlink>
        <a:srgbClr val="6666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6_Neon Frame">
  <a:themeElements>
    <a:clrScheme name="Neon Frame 1">
      <a:dk1>
        <a:srgbClr val="808080"/>
      </a:dk1>
      <a:lt1>
        <a:srgbClr val="F8F8F8"/>
      </a:lt1>
      <a:dk2>
        <a:srgbClr val="000000"/>
      </a:dk2>
      <a:lt2>
        <a:srgbClr val="FFFFFF"/>
      </a:lt2>
      <a:accent1>
        <a:srgbClr val="6699FF"/>
      </a:accent1>
      <a:accent2>
        <a:srgbClr val="9933FF"/>
      </a:accent2>
      <a:accent3>
        <a:srgbClr val="AAAAAA"/>
      </a:accent3>
      <a:accent4>
        <a:srgbClr val="D4D4D4"/>
      </a:accent4>
      <a:accent5>
        <a:srgbClr val="B8CAFF"/>
      </a:accent5>
      <a:accent6>
        <a:srgbClr val="8A2DE7"/>
      </a:accent6>
      <a:hlink>
        <a:srgbClr val="00FFFF"/>
      </a:hlink>
      <a:folHlink>
        <a:srgbClr val="0099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4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2482</Words>
  <Application>Microsoft Office PowerPoint</Application>
  <PresentationFormat>On-screen Show (4:3)</PresentationFormat>
  <Paragraphs>1329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60</vt:i4>
      </vt:variant>
    </vt:vector>
  </HeadingPairs>
  <TitlesOfParts>
    <vt:vector size="77" baseType="lpstr">
      <vt:lpstr>Arial</vt:lpstr>
      <vt:lpstr>Tahoma</vt:lpstr>
      <vt:lpstr>Garamond</vt:lpstr>
      <vt:lpstr>Constantia</vt:lpstr>
      <vt:lpstr>Calibri</vt:lpstr>
      <vt:lpstr>Noto Sans Symbols</vt:lpstr>
      <vt:lpstr>Comic Sans MS</vt:lpstr>
      <vt:lpstr>Times New Roman</vt:lpstr>
      <vt:lpstr>1_Office Theme</vt:lpstr>
      <vt:lpstr>1_Tutorial on DIP</vt:lpstr>
      <vt:lpstr>2_ホワイト</vt:lpstr>
      <vt:lpstr>Tutorial on DIP</vt:lpstr>
      <vt:lpstr>5_Office Theme</vt:lpstr>
      <vt:lpstr>3_Compass</vt:lpstr>
      <vt:lpstr>6_Neon Frame</vt:lpstr>
      <vt:lpstr>4_Office Theme</vt:lpstr>
      <vt:lpstr>Edge</vt:lpstr>
      <vt:lpstr>CSE4227 Digital Image Processing</vt:lpstr>
      <vt:lpstr>Today’s Contents </vt:lpstr>
      <vt:lpstr>Segmentation Algorithms</vt:lpstr>
      <vt:lpstr>Region based segmentation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Region Based Segmentation Method</vt:lpstr>
      <vt:lpstr>PowerPoint Presentation</vt:lpstr>
      <vt:lpstr>Region Growing</vt:lpstr>
      <vt:lpstr>Region-Based Segmentation</vt:lpstr>
      <vt:lpstr>Region Growing Algorithm</vt:lpstr>
      <vt:lpstr>Example</vt:lpstr>
      <vt:lpstr>Example</vt:lpstr>
      <vt:lpstr>Example</vt:lpstr>
      <vt:lpstr>PowerPoint Presentation</vt:lpstr>
      <vt:lpstr>Region Splitting and Merging</vt:lpstr>
      <vt:lpstr>Region-Based Segmentation</vt:lpstr>
      <vt:lpstr>Region-Based Segmentation</vt:lpstr>
      <vt:lpstr>Region-Based Segmentation</vt:lpstr>
      <vt:lpstr>Region-Based Segmentation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Thresholding</vt:lpstr>
      <vt:lpstr>PowerPoint Presentation</vt:lpstr>
      <vt:lpstr>Thresholding</vt:lpstr>
      <vt:lpstr>Thresholding</vt:lpstr>
      <vt:lpstr>PowerPoint Presentation</vt:lpstr>
      <vt:lpstr>PowerPoint Presentation</vt:lpstr>
      <vt:lpstr>Global Thresholding</vt:lpstr>
      <vt:lpstr>Global Thresholding</vt:lpstr>
      <vt:lpstr>Global Thresholding</vt:lpstr>
      <vt:lpstr>https://www.youtube.com/watch?v=f1SaYzOthCM </vt:lpstr>
      <vt:lpstr>Global Thresholding?</vt:lpstr>
      <vt:lpstr>PowerPoint Presentation</vt:lpstr>
      <vt:lpstr>PowerPoint Presentation</vt:lpstr>
      <vt:lpstr>Local Adaptive Thresholding</vt:lpstr>
      <vt:lpstr>Local Adaptive Thresholding</vt:lpstr>
      <vt:lpstr>PowerPoint Presentation</vt:lpstr>
      <vt:lpstr>PowerPoint Presentation</vt:lpstr>
      <vt:lpstr>https://youtu.be/nPyb2BVBeB8</vt:lpstr>
      <vt:lpstr>K-Means Clustering</vt:lpstr>
      <vt:lpstr>PowerPoint Presentation</vt:lpstr>
      <vt:lpstr>Review</vt:lpstr>
      <vt:lpstr>Review</vt:lpstr>
      <vt:lpstr>Review</vt:lpstr>
      <vt:lpstr>Review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CSE4227 Digital Image Processing</dc:title>
  <dc:creator>vok</dc:creator>
  <cp:lastModifiedBy>Ahmadul Karim Chowdhury</cp:lastModifiedBy>
  <cp:revision>1</cp:revision>
  <dcterms:created xsi:type="dcterms:W3CDTF">2011-01-05T01:33:22Z</dcterms:created>
  <dcterms:modified xsi:type="dcterms:W3CDTF">2023-09-23T08:12:56Z</dcterms:modified>
</cp:coreProperties>
</file>